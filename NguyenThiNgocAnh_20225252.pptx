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4"/>
  </p:sldMasterIdLst>
  <p:notesMasterIdLst>
    <p:notesMasterId r:id="rId36"/>
  </p:notesMasterIdLst>
  <p:handoutMasterIdLst>
    <p:handoutMasterId r:id="rId37"/>
  </p:handoutMasterIdLst>
  <p:sldIdLst>
    <p:sldId id="257" r:id="rId5"/>
    <p:sldId id="265" r:id="rId6"/>
    <p:sldId id="285" r:id="rId7"/>
    <p:sldId id="261" r:id="rId8"/>
    <p:sldId id="266" r:id="rId9"/>
    <p:sldId id="286" r:id="rId10"/>
    <p:sldId id="270" r:id="rId11"/>
    <p:sldId id="271" r:id="rId12"/>
    <p:sldId id="279" r:id="rId13"/>
    <p:sldId id="296" r:id="rId14"/>
    <p:sldId id="276" r:id="rId15"/>
    <p:sldId id="272" r:id="rId16"/>
    <p:sldId id="278" r:id="rId17"/>
    <p:sldId id="267" r:id="rId18"/>
    <p:sldId id="281" r:id="rId19"/>
    <p:sldId id="280" r:id="rId20"/>
    <p:sldId id="277" r:id="rId21"/>
    <p:sldId id="283" r:id="rId22"/>
    <p:sldId id="282" r:id="rId23"/>
    <p:sldId id="287" r:id="rId24"/>
    <p:sldId id="273" r:id="rId25"/>
    <p:sldId id="274" r:id="rId26"/>
    <p:sldId id="288" r:id="rId27"/>
    <p:sldId id="269" r:id="rId28"/>
    <p:sldId id="291" r:id="rId29"/>
    <p:sldId id="290" r:id="rId30"/>
    <p:sldId id="292" r:id="rId31"/>
    <p:sldId id="289" r:id="rId32"/>
    <p:sldId id="293" r:id="rId33"/>
    <p:sldId id="294" r:id="rId34"/>
    <p:sldId id="295"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67" autoAdjust="0"/>
    <p:restoredTop sz="94660"/>
  </p:normalViewPr>
  <p:slideViewPr>
    <p:cSldViewPr snapToGrid="0">
      <p:cViewPr varScale="1">
        <p:scale>
          <a:sx n="82" d="100"/>
          <a:sy n="82" d="100"/>
        </p:scale>
        <p:origin x="83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A01902-C3E4-4754-957D-EE10C3837FA6}" type="doc">
      <dgm:prSet loTypeId="urn:microsoft.com/office/officeart/2011/layout/HexagonRadial" loCatId="cycle" qsTypeId="urn:microsoft.com/office/officeart/2005/8/quickstyle/simple1" qsCatId="simple" csTypeId="urn:microsoft.com/office/officeart/2005/8/colors/accent1_2" csCatId="accent1" phldr="1"/>
      <dgm:spPr/>
      <dgm:t>
        <a:bodyPr/>
        <a:lstStyle/>
        <a:p>
          <a:endParaRPr lang="en-US"/>
        </a:p>
      </dgm:t>
    </dgm:pt>
    <dgm:pt modelId="{D4E574E1-47D5-431B-8ADF-E8616FB4B5B1}" type="pres">
      <dgm:prSet presAssocID="{5DA01902-C3E4-4754-957D-EE10C3837FA6}" presName="Name0" presStyleCnt="0">
        <dgm:presLayoutVars>
          <dgm:chMax val="1"/>
          <dgm:chPref val="1"/>
          <dgm:dir/>
          <dgm:animOne val="branch"/>
          <dgm:animLvl val="lvl"/>
        </dgm:presLayoutVars>
      </dgm:prSet>
      <dgm:spPr/>
    </dgm:pt>
  </dgm:ptLst>
  <dgm:cxnLst>
    <dgm:cxn modelId="{B3E2D3ED-14C7-4539-9418-DA191387FC48}" type="presOf" srcId="{5DA01902-C3E4-4754-957D-EE10C3837FA6}" destId="{D4E574E1-47D5-431B-8ADF-E8616FB4B5B1}" srcOrd="0"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83580C-28D5-4A3D-A5EE-AF3F2ECC8997}" type="doc">
      <dgm:prSet loTypeId="urn:microsoft.com/office/officeart/2005/8/layout/radial2" loCatId="relationship" qsTypeId="urn:microsoft.com/office/officeart/2005/8/quickstyle/3d3" qsCatId="3D" csTypeId="urn:microsoft.com/office/officeart/2005/8/colors/colorful4" csCatId="colorful" phldr="1"/>
      <dgm:spPr/>
      <dgm:t>
        <a:bodyPr/>
        <a:lstStyle/>
        <a:p>
          <a:endParaRPr lang="en-US"/>
        </a:p>
      </dgm:t>
    </dgm:pt>
    <dgm:pt modelId="{0D240F9E-BCAE-4867-9C20-812C7729EA1E}">
      <dgm:prSet phldrT="[Text]" phldr="0"/>
      <dgm:spPr/>
      <dgm:t>
        <a:bodyPr/>
        <a:lstStyle/>
        <a:p>
          <a:r>
            <a:rPr lang="en-US" dirty="0"/>
            <a:t>PENDING</a:t>
          </a:r>
        </a:p>
      </dgm:t>
    </dgm:pt>
    <dgm:pt modelId="{31F3DF48-C1F2-4CB5-9C8E-4105B9672065}" type="parTrans" cxnId="{F7DDDC1D-BDFC-4F23-914C-E899F4CE2EC2}">
      <dgm:prSet/>
      <dgm:spPr/>
      <dgm:t>
        <a:bodyPr/>
        <a:lstStyle/>
        <a:p>
          <a:endParaRPr lang="en-US"/>
        </a:p>
      </dgm:t>
    </dgm:pt>
    <dgm:pt modelId="{F7303DA6-FCB8-498B-8597-254C9453F188}" type="sibTrans" cxnId="{F7DDDC1D-BDFC-4F23-914C-E899F4CE2EC2}">
      <dgm:prSet/>
      <dgm:spPr/>
      <dgm:t>
        <a:bodyPr/>
        <a:lstStyle/>
        <a:p>
          <a:endParaRPr lang="en-US"/>
        </a:p>
      </dgm:t>
    </dgm:pt>
    <dgm:pt modelId="{7D48ACDD-7A8A-4E55-97B9-0DD041893115}">
      <dgm:prSet phldrT="[Text]" custT="1"/>
      <dgm:spPr/>
      <dgm:t>
        <a:bodyPr/>
        <a:lstStyle/>
        <a:p>
          <a:r>
            <a:rPr lang="en-US" sz="1600" dirty="0" err="1">
              <a:latin typeface="Arial" panose="020B0604020202020204" pitchFamily="34" charset="0"/>
              <a:cs typeface="Arial" panose="020B0604020202020204" pitchFamily="34" charset="0"/>
            </a:rPr>
            <a:t>Quét</a:t>
          </a:r>
          <a:r>
            <a:rPr lang="en-US" sz="1600" dirty="0">
              <a:latin typeface="Arial" panose="020B0604020202020204" pitchFamily="34" charset="0"/>
              <a:cs typeface="Arial" panose="020B0604020202020204" pitchFamily="34" charset="0"/>
            </a:rPr>
            <a:t> chip </a:t>
          </a:r>
          <a:r>
            <a:rPr lang="en-US" sz="1600" dirty="0" err="1">
              <a:latin typeface="Arial" panose="020B0604020202020204" pitchFamily="34" charset="0"/>
              <a:cs typeface="Arial" panose="020B0604020202020204" pitchFamily="34" charset="0"/>
            </a:rPr>
            <a:t>lấy</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ảnh</a:t>
          </a:r>
          <a:r>
            <a:rPr lang="en-US" sz="1600" dirty="0">
              <a:latin typeface="Arial" panose="020B0604020202020204" pitchFamily="34" charset="0"/>
              <a:cs typeface="Arial" panose="020B0604020202020204" pitchFamily="34" charset="0"/>
            </a:rPr>
            <a:t> DG2 </a:t>
          </a:r>
          <a:r>
            <a:rPr lang="en-US" sz="1600" dirty="0" err="1">
              <a:latin typeface="Arial" panose="020B0604020202020204" pitchFamily="34" charset="0"/>
              <a:cs typeface="Arial" panose="020B0604020202020204" pitchFamily="34" charset="0"/>
            </a:rPr>
            <a:t>làm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khuôn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mẫu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gốc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tham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chiếu</a:t>
          </a:r>
          <a:r>
            <a:rPr lang="en-US" sz="1600" dirty="0">
              <a:latin typeface="Arial" panose="020B0604020202020204" pitchFamily="34" charset="0"/>
              <a:cs typeface="Arial" panose="020B0604020202020204" pitchFamily="34" charset="0"/>
            </a:rPr>
            <a:t>.</a:t>
          </a:r>
          <a:endParaRPr lang="en-US" sz="1600" dirty="0"/>
        </a:p>
      </dgm:t>
    </dgm:pt>
    <dgm:pt modelId="{4C1DD690-8DFF-44E7-94A8-63077AAB7C9C}" type="parTrans" cxnId="{7BA138E3-1B0E-4B9D-BE3C-A7BBB0182204}">
      <dgm:prSet/>
      <dgm:spPr/>
      <dgm:t>
        <a:bodyPr/>
        <a:lstStyle/>
        <a:p>
          <a:endParaRPr lang="en-US"/>
        </a:p>
      </dgm:t>
    </dgm:pt>
    <dgm:pt modelId="{AE525257-DEC1-4B88-B0AB-92636BA61D26}" type="sibTrans" cxnId="{7BA138E3-1B0E-4B9D-BE3C-A7BBB0182204}">
      <dgm:prSet/>
      <dgm:spPr/>
      <dgm:t>
        <a:bodyPr/>
        <a:lstStyle/>
        <a:p>
          <a:endParaRPr lang="en-US"/>
        </a:p>
      </dgm:t>
    </dgm:pt>
    <dgm:pt modelId="{4D3A81F6-B4D3-4217-962A-B35493E8F6C5}">
      <dgm:prSet phldrT="[Text]" phldr="0"/>
      <dgm:spPr/>
      <dgm:t>
        <a:bodyPr/>
        <a:lstStyle/>
        <a:p>
          <a:r>
            <a:rPr lang="en-US" dirty="0"/>
            <a:t>ACTIVE</a:t>
          </a:r>
        </a:p>
      </dgm:t>
    </dgm:pt>
    <dgm:pt modelId="{4CD5DDC6-C692-4292-9F5D-865588C8ADBC}" type="parTrans" cxnId="{D60583C0-AE06-4723-B99F-3FC6CE4B886F}">
      <dgm:prSet/>
      <dgm:spPr/>
      <dgm:t>
        <a:bodyPr/>
        <a:lstStyle/>
        <a:p>
          <a:endParaRPr lang="en-US"/>
        </a:p>
      </dgm:t>
    </dgm:pt>
    <dgm:pt modelId="{BF4C0DF8-0CE6-46A5-8F48-C0F91412D754}" type="sibTrans" cxnId="{D60583C0-AE06-4723-B99F-3FC6CE4B886F}">
      <dgm:prSet/>
      <dgm:spPr/>
      <dgm:t>
        <a:bodyPr/>
        <a:lstStyle/>
        <a:p>
          <a:endParaRPr lang="en-US"/>
        </a:p>
      </dgm:t>
    </dgm:pt>
    <dgm:pt modelId="{77081030-B82B-49AC-94C1-A10E6563B72E}">
      <dgm:prSet phldrT="[Text]" custT="1"/>
      <dgm:spPr/>
      <dgm:t>
        <a:bodyPr/>
        <a:lstStyle/>
        <a:p>
          <a:r>
            <a:rPr lang="en-US" sz="1600" dirty="0" err="1">
              <a:latin typeface="Arial" panose="020B0604020202020204" pitchFamily="34" charset="0"/>
              <a:cs typeface="Arial" panose="020B0604020202020204" pitchFamily="34" charset="0"/>
            </a:rPr>
            <a:t>Truy</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xuất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trực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tiếp</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ảnh</a:t>
          </a:r>
          <a:r>
            <a:rPr lang="en-US" sz="1600" dirty="0">
              <a:latin typeface="Arial" panose="020B0604020202020204" pitchFamily="34" charset="0"/>
              <a:cs typeface="Arial" panose="020B0604020202020204" pitchFamily="34" charset="0"/>
            </a:rPr>
            <a:t> chip </a:t>
          </a:r>
          <a:r>
            <a:rPr lang="en-US" sz="1600" dirty="0" err="1">
              <a:latin typeface="Arial" panose="020B0604020202020204" pitchFamily="34" charset="0"/>
              <a:cs typeface="Arial" panose="020B0604020202020204" pitchFamily="34" charset="0"/>
            </a:rPr>
            <a:t>mẫu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từ</a:t>
          </a:r>
          <a:r>
            <a:rPr lang="en-US" sz="1600" dirty="0">
              <a:latin typeface="Arial" panose="020B0604020202020204" pitchFamily="34" charset="0"/>
              <a:cs typeface="Arial" panose="020B0604020202020204" pitchFamily="34" charset="0"/>
            </a:rPr>
            <a:t> CSDL </a:t>
          </a:r>
          <a:r>
            <a:rPr lang="en-US" sz="1600" dirty="0" err="1">
              <a:latin typeface="Arial" panose="020B0604020202020204" pitchFamily="34" charset="0"/>
              <a:cs typeface="Arial" panose="020B0604020202020204" pitchFamily="34" charset="0"/>
            </a:rPr>
            <a:t>để</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đối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soát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nhanh</a:t>
          </a:r>
          <a:r>
            <a:rPr lang="en-US" sz="1600" dirty="0">
              <a:latin typeface="Arial" panose="020B0604020202020204" pitchFamily="34" charset="0"/>
              <a:cs typeface="Arial" panose="020B0604020202020204" pitchFamily="34" charset="0"/>
            </a:rPr>
            <a:t>.</a:t>
          </a:r>
          <a:endParaRPr lang="en-US" sz="1600" dirty="0"/>
        </a:p>
      </dgm:t>
    </dgm:pt>
    <dgm:pt modelId="{19FD772E-D5CA-4FBD-9C27-659F6CFCB31D}" type="parTrans" cxnId="{D1BB046E-4CC7-4A13-B39E-9F801F9284CB}">
      <dgm:prSet/>
      <dgm:spPr/>
      <dgm:t>
        <a:bodyPr/>
        <a:lstStyle/>
        <a:p>
          <a:endParaRPr lang="en-US"/>
        </a:p>
      </dgm:t>
    </dgm:pt>
    <dgm:pt modelId="{5FA3BEBE-B39D-4DC6-ADB1-33964A15EF73}" type="sibTrans" cxnId="{D1BB046E-4CC7-4A13-B39E-9F801F9284CB}">
      <dgm:prSet/>
      <dgm:spPr/>
      <dgm:t>
        <a:bodyPr/>
        <a:lstStyle/>
        <a:p>
          <a:endParaRPr lang="en-US"/>
        </a:p>
      </dgm:t>
    </dgm:pt>
    <dgm:pt modelId="{5CDD4EC9-1947-4192-8DD2-4DB8AA15D91D}" type="pres">
      <dgm:prSet presAssocID="{1283580C-28D5-4A3D-A5EE-AF3F2ECC8997}" presName="composite" presStyleCnt="0">
        <dgm:presLayoutVars>
          <dgm:chMax val="5"/>
          <dgm:dir/>
          <dgm:animLvl val="ctr"/>
          <dgm:resizeHandles val="exact"/>
        </dgm:presLayoutVars>
      </dgm:prSet>
      <dgm:spPr/>
    </dgm:pt>
    <dgm:pt modelId="{2CB0C1D5-B6F4-4984-B255-F1A7C378BA93}" type="pres">
      <dgm:prSet presAssocID="{1283580C-28D5-4A3D-A5EE-AF3F2ECC8997}" presName="cycle" presStyleCnt="0"/>
      <dgm:spPr/>
    </dgm:pt>
    <dgm:pt modelId="{07AB77A3-11B2-4D78-9E65-4AE77A40F99B}" type="pres">
      <dgm:prSet presAssocID="{1283580C-28D5-4A3D-A5EE-AF3F2ECC8997}" presName="centerShape" presStyleCnt="0"/>
      <dgm:spPr/>
    </dgm:pt>
    <dgm:pt modelId="{A8B4669E-6A70-4EAE-B719-6AD40D772A3C}" type="pres">
      <dgm:prSet presAssocID="{1283580C-28D5-4A3D-A5EE-AF3F2ECC8997}" presName="connSite" presStyleLbl="node1" presStyleIdx="0" presStyleCnt="3"/>
      <dgm:spPr/>
    </dgm:pt>
    <dgm:pt modelId="{2346F2E6-4DD9-49E1-92ED-B3D65F9E104E}" type="pres">
      <dgm:prSet presAssocID="{1283580C-28D5-4A3D-A5EE-AF3F2ECC8997}" presName="visible" presStyleLbl="node1" presStyleIdx="0" presStyleCnt="3" custScaleX="96254" custLinFactNeighborX="1252" custLinFactNeighborY="-3381"/>
      <dgm:spPr/>
    </dgm:pt>
    <dgm:pt modelId="{31AA0FE5-75E4-4F46-ACF6-E79F3FE02194}" type="pres">
      <dgm:prSet presAssocID="{31F3DF48-C1F2-4CB5-9C8E-4105B9672065}" presName="Name25" presStyleLbl="parChTrans1D1" presStyleIdx="0" presStyleCnt="2"/>
      <dgm:spPr/>
    </dgm:pt>
    <dgm:pt modelId="{DABEE5ED-27C5-48F3-B0A4-79B9BE2774A8}" type="pres">
      <dgm:prSet presAssocID="{0D240F9E-BCAE-4867-9C20-812C7729EA1E}" presName="node" presStyleCnt="0"/>
      <dgm:spPr/>
    </dgm:pt>
    <dgm:pt modelId="{09D1C932-16F9-405D-A6AD-F9B6C3706CF9}" type="pres">
      <dgm:prSet presAssocID="{0D240F9E-BCAE-4867-9C20-812C7729EA1E}" presName="parentNode" presStyleLbl="node1" presStyleIdx="1" presStyleCnt="3">
        <dgm:presLayoutVars>
          <dgm:chMax val="1"/>
          <dgm:bulletEnabled val="1"/>
        </dgm:presLayoutVars>
      </dgm:prSet>
      <dgm:spPr/>
    </dgm:pt>
    <dgm:pt modelId="{4E38E851-5151-4470-A62B-BB1747E4A0C4}" type="pres">
      <dgm:prSet presAssocID="{0D240F9E-BCAE-4867-9C20-812C7729EA1E}" presName="childNode" presStyleLbl="revTx" presStyleIdx="0" presStyleCnt="2">
        <dgm:presLayoutVars>
          <dgm:bulletEnabled val="1"/>
        </dgm:presLayoutVars>
      </dgm:prSet>
      <dgm:spPr/>
    </dgm:pt>
    <dgm:pt modelId="{6A02EB1F-CCE8-47E7-8B50-B530CCE8ACCA}" type="pres">
      <dgm:prSet presAssocID="{4CD5DDC6-C692-4292-9F5D-865588C8ADBC}" presName="Name25" presStyleLbl="parChTrans1D1" presStyleIdx="1" presStyleCnt="2"/>
      <dgm:spPr/>
    </dgm:pt>
    <dgm:pt modelId="{45376BA7-D953-4072-80E4-C467EA1234CB}" type="pres">
      <dgm:prSet presAssocID="{4D3A81F6-B4D3-4217-962A-B35493E8F6C5}" presName="node" presStyleCnt="0"/>
      <dgm:spPr/>
    </dgm:pt>
    <dgm:pt modelId="{EB172D18-A3AA-4B62-9CFA-BBFBCEDFDF56}" type="pres">
      <dgm:prSet presAssocID="{4D3A81F6-B4D3-4217-962A-B35493E8F6C5}" presName="parentNode" presStyleLbl="node1" presStyleIdx="2" presStyleCnt="3">
        <dgm:presLayoutVars>
          <dgm:chMax val="1"/>
          <dgm:bulletEnabled val="1"/>
        </dgm:presLayoutVars>
      </dgm:prSet>
      <dgm:spPr/>
    </dgm:pt>
    <dgm:pt modelId="{5C9E6ADB-8FCE-4CCE-97F3-6247359DB5F7}" type="pres">
      <dgm:prSet presAssocID="{4D3A81F6-B4D3-4217-962A-B35493E8F6C5}" presName="childNode" presStyleLbl="revTx" presStyleIdx="1" presStyleCnt="2">
        <dgm:presLayoutVars>
          <dgm:bulletEnabled val="1"/>
        </dgm:presLayoutVars>
      </dgm:prSet>
      <dgm:spPr/>
    </dgm:pt>
  </dgm:ptLst>
  <dgm:cxnLst>
    <dgm:cxn modelId="{F7DDDC1D-BDFC-4F23-914C-E899F4CE2EC2}" srcId="{1283580C-28D5-4A3D-A5EE-AF3F2ECC8997}" destId="{0D240F9E-BCAE-4867-9C20-812C7729EA1E}" srcOrd="0" destOrd="0" parTransId="{31F3DF48-C1F2-4CB5-9C8E-4105B9672065}" sibTransId="{F7303DA6-FCB8-498B-8597-254C9453F188}"/>
    <dgm:cxn modelId="{FF530635-D16E-4852-9F94-88A6308AC867}" type="presOf" srcId="{4D3A81F6-B4D3-4217-962A-B35493E8F6C5}" destId="{EB172D18-A3AA-4B62-9CFA-BBFBCEDFDF56}" srcOrd="0" destOrd="0" presId="urn:microsoft.com/office/officeart/2005/8/layout/radial2"/>
    <dgm:cxn modelId="{0A68F263-5994-4425-8A01-4A680160FAC8}" type="presOf" srcId="{31F3DF48-C1F2-4CB5-9C8E-4105B9672065}" destId="{31AA0FE5-75E4-4F46-ACF6-E79F3FE02194}" srcOrd="0" destOrd="0" presId="urn:microsoft.com/office/officeart/2005/8/layout/radial2"/>
    <dgm:cxn modelId="{F18F5D44-1511-439C-9A09-CA7043596771}" type="presOf" srcId="{1283580C-28D5-4A3D-A5EE-AF3F2ECC8997}" destId="{5CDD4EC9-1947-4192-8DD2-4DB8AA15D91D}" srcOrd="0" destOrd="0" presId="urn:microsoft.com/office/officeart/2005/8/layout/radial2"/>
    <dgm:cxn modelId="{D1BB046E-4CC7-4A13-B39E-9F801F9284CB}" srcId="{4D3A81F6-B4D3-4217-962A-B35493E8F6C5}" destId="{77081030-B82B-49AC-94C1-A10E6563B72E}" srcOrd="0" destOrd="0" parTransId="{19FD772E-D5CA-4FBD-9C27-659F6CFCB31D}" sibTransId="{5FA3BEBE-B39D-4DC6-ADB1-33964A15EF73}"/>
    <dgm:cxn modelId="{80626B55-DDC0-4733-910F-5DA6578A0822}" type="presOf" srcId="{77081030-B82B-49AC-94C1-A10E6563B72E}" destId="{5C9E6ADB-8FCE-4CCE-97F3-6247359DB5F7}" srcOrd="0" destOrd="0" presId="urn:microsoft.com/office/officeart/2005/8/layout/radial2"/>
    <dgm:cxn modelId="{AFA5387C-C3A2-40F9-B0F8-594D3B6DB3AC}" type="presOf" srcId="{7D48ACDD-7A8A-4E55-97B9-0DD041893115}" destId="{4E38E851-5151-4470-A62B-BB1747E4A0C4}" srcOrd="0" destOrd="0" presId="urn:microsoft.com/office/officeart/2005/8/layout/radial2"/>
    <dgm:cxn modelId="{A2DC7E97-02C8-4A83-B0C6-6B3327125AAF}" type="presOf" srcId="{0D240F9E-BCAE-4867-9C20-812C7729EA1E}" destId="{09D1C932-16F9-405D-A6AD-F9B6C3706CF9}" srcOrd="0" destOrd="0" presId="urn:microsoft.com/office/officeart/2005/8/layout/radial2"/>
    <dgm:cxn modelId="{D60583C0-AE06-4723-B99F-3FC6CE4B886F}" srcId="{1283580C-28D5-4A3D-A5EE-AF3F2ECC8997}" destId="{4D3A81F6-B4D3-4217-962A-B35493E8F6C5}" srcOrd="1" destOrd="0" parTransId="{4CD5DDC6-C692-4292-9F5D-865588C8ADBC}" sibTransId="{BF4C0DF8-0CE6-46A5-8F48-C0F91412D754}"/>
    <dgm:cxn modelId="{7BA138E3-1B0E-4B9D-BE3C-A7BBB0182204}" srcId="{0D240F9E-BCAE-4867-9C20-812C7729EA1E}" destId="{7D48ACDD-7A8A-4E55-97B9-0DD041893115}" srcOrd="0" destOrd="0" parTransId="{4C1DD690-8DFF-44E7-94A8-63077AAB7C9C}" sibTransId="{AE525257-DEC1-4B88-B0AB-92636BA61D26}"/>
    <dgm:cxn modelId="{1C8559E3-A8E6-4806-9CBF-95855BAD02BB}" type="presOf" srcId="{4CD5DDC6-C692-4292-9F5D-865588C8ADBC}" destId="{6A02EB1F-CCE8-47E7-8B50-B530CCE8ACCA}" srcOrd="0" destOrd="0" presId="urn:microsoft.com/office/officeart/2005/8/layout/radial2"/>
    <dgm:cxn modelId="{22D9D097-3EA7-4AAA-8A7D-86609E5FD849}" type="presParOf" srcId="{5CDD4EC9-1947-4192-8DD2-4DB8AA15D91D}" destId="{2CB0C1D5-B6F4-4984-B255-F1A7C378BA93}" srcOrd="0" destOrd="0" presId="urn:microsoft.com/office/officeart/2005/8/layout/radial2"/>
    <dgm:cxn modelId="{ABC9A56E-A383-4F11-BED8-D8D7C6ED449B}" type="presParOf" srcId="{2CB0C1D5-B6F4-4984-B255-F1A7C378BA93}" destId="{07AB77A3-11B2-4D78-9E65-4AE77A40F99B}" srcOrd="0" destOrd="0" presId="urn:microsoft.com/office/officeart/2005/8/layout/radial2"/>
    <dgm:cxn modelId="{2AFB1601-EEF1-40E3-BFC4-D9B9180E760F}" type="presParOf" srcId="{07AB77A3-11B2-4D78-9E65-4AE77A40F99B}" destId="{A8B4669E-6A70-4EAE-B719-6AD40D772A3C}" srcOrd="0" destOrd="0" presId="urn:microsoft.com/office/officeart/2005/8/layout/radial2"/>
    <dgm:cxn modelId="{52849031-8747-481D-B0DE-72099BC2CEAF}" type="presParOf" srcId="{07AB77A3-11B2-4D78-9E65-4AE77A40F99B}" destId="{2346F2E6-4DD9-49E1-92ED-B3D65F9E104E}" srcOrd="1" destOrd="0" presId="urn:microsoft.com/office/officeart/2005/8/layout/radial2"/>
    <dgm:cxn modelId="{378D1115-1905-4DA1-A85A-B4FDF0C8D072}" type="presParOf" srcId="{2CB0C1D5-B6F4-4984-B255-F1A7C378BA93}" destId="{31AA0FE5-75E4-4F46-ACF6-E79F3FE02194}" srcOrd="1" destOrd="0" presId="urn:microsoft.com/office/officeart/2005/8/layout/radial2"/>
    <dgm:cxn modelId="{0B14D55A-EB9A-4540-9361-FB07623CA971}" type="presParOf" srcId="{2CB0C1D5-B6F4-4984-B255-F1A7C378BA93}" destId="{DABEE5ED-27C5-48F3-B0A4-79B9BE2774A8}" srcOrd="2" destOrd="0" presId="urn:microsoft.com/office/officeart/2005/8/layout/radial2"/>
    <dgm:cxn modelId="{FE884B66-5EC2-4937-89EC-CF32816AF538}" type="presParOf" srcId="{DABEE5ED-27C5-48F3-B0A4-79B9BE2774A8}" destId="{09D1C932-16F9-405D-A6AD-F9B6C3706CF9}" srcOrd="0" destOrd="0" presId="urn:microsoft.com/office/officeart/2005/8/layout/radial2"/>
    <dgm:cxn modelId="{888681A9-D33B-4531-93A3-9387C0B0A504}" type="presParOf" srcId="{DABEE5ED-27C5-48F3-B0A4-79B9BE2774A8}" destId="{4E38E851-5151-4470-A62B-BB1747E4A0C4}" srcOrd="1" destOrd="0" presId="urn:microsoft.com/office/officeart/2005/8/layout/radial2"/>
    <dgm:cxn modelId="{7B84162F-C746-4FA8-BE6A-1ABB85453B3C}" type="presParOf" srcId="{2CB0C1D5-B6F4-4984-B255-F1A7C378BA93}" destId="{6A02EB1F-CCE8-47E7-8B50-B530CCE8ACCA}" srcOrd="3" destOrd="0" presId="urn:microsoft.com/office/officeart/2005/8/layout/radial2"/>
    <dgm:cxn modelId="{F48068F2-8474-484B-B610-C429395BD496}" type="presParOf" srcId="{2CB0C1D5-B6F4-4984-B255-F1A7C378BA93}" destId="{45376BA7-D953-4072-80E4-C467EA1234CB}" srcOrd="4" destOrd="0" presId="urn:microsoft.com/office/officeart/2005/8/layout/radial2"/>
    <dgm:cxn modelId="{BC19694A-F43C-4F8C-906E-E89C135B8B3E}" type="presParOf" srcId="{45376BA7-D953-4072-80E4-C467EA1234CB}" destId="{EB172D18-A3AA-4B62-9CFA-BBFBCEDFDF56}" srcOrd="0" destOrd="0" presId="urn:microsoft.com/office/officeart/2005/8/layout/radial2"/>
    <dgm:cxn modelId="{B42317BC-F914-4C8A-A7F1-9D5B6948912D}" type="presParOf" srcId="{45376BA7-D953-4072-80E4-C467EA1234CB}" destId="{5C9E6ADB-8FCE-4CCE-97F3-6247359DB5F7}" srcOrd="1" destOrd="0" presId="urn:microsoft.com/office/officeart/2005/8/layout/radial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7397B6-F9EB-4E0C-9DAD-A5EE7794FB51}"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lang="en-US"/>
        </a:p>
      </dgm:t>
    </dgm:pt>
    <dgm:pt modelId="{62AD7E22-9C2B-47B6-9177-2171B3861B42}">
      <dgm:prSet phldrT="[Text]" custT="1"/>
      <dgm:spPr/>
      <dgm:t>
        <a:bodyPr/>
        <a:lstStyle/>
        <a:p>
          <a:r>
            <a:rPr lang="en-US" sz="1800" b="1" dirty="0" err="1">
              <a:solidFill>
                <a:schemeClr val="tx1"/>
              </a:solidFill>
            </a:rPr>
            <a:t>Trạm</a:t>
          </a:r>
          <a:r>
            <a:rPr lang="en-US" sz="1800" b="1" dirty="0">
              <a:solidFill>
                <a:schemeClr val="tx1"/>
              </a:solidFill>
            </a:rPr>
            <a:t> </a:t>
          </a:r>
          <a:r>
            <a:rPr lang="en-US" sz="1800" b="1" dirty="0" err="1">
              <a:solidFill>
                <a:schemeClr val="tx1"/>
              </a:solidFill>
            </a:rPr>
            <a:t>đầu</a:t>
          </a:r>
          <a:r>
            <a:rPr lang="en-US" sz="1800" b="1" dirty="0">
              <a:solidFill>
                <a:schemeClr val="tx1"/>
              </a:solidFill>
            </a:rPr>
            <a:t> </a:t>
          </a:r>
          <a:r>
            <a:rPr lang="en-US" sz="1800" b="1" dirty="0" err="1">
              <a:solidFill>
                <a:schemeClr val="tx1"/>
              </a:solidFill>
            </a:rPr>
            <a:t>cuối</a:t>
          </a:r>
          <a:endParaRPr lang="en-US" sz="1800" b="1" dirty="0">
            <a:solidFill>
              <a:schemeClr val="tx1"/>
            </a:solidFill>
          </a:endParaRPr>
        </a:p>
      </dgm:t>
    </dgm:pt>
    <dgm:pt modelId="{EDC697A5-0287-4C43-B397-DEF5935FFB14}" type="parTrans" cxnId="{BDC79358-62B5-4D93-9F57-3F300DB4F26A}">
      <dgm:prSet/>
      <dgm:spPr/>
      <dgm:t>
        <a:bodyPr/>
        <a:lstStyle/>
        <a:p>
          <a:endParaRPr lang="en-US"/>
        </a:p>
      </dgm:t>
    </dgm:pt>
    <dgm:pt modelId="{BDF11CE1-F0B7-4FCE-9D11-3D44A5605E90}" type="sibTrans" cxnId="{BDC79358-62B5-4D93-9F57-3F300DB4F26A}">
      <dgm:prSet/>
      <dgm:spPr/>
      <dgm:t>
        <a:bodyPr/>
        <a:lstStyle/>
        <a:p>
          <a:endParaRPr lang="en-US"/>
        </a:p>
      </dgm:t>
    </dgm:pt>
    <dgm:pt modelId="{5C6D0E38-AAD3-4EE8-956F-E37CC184B802}">
      <dgm:prSet phldrT="[Text]" custT="1"/>
      <dgm:spPr/>
      <dgm:t>
        <a:bodyPr/>
        <a:lstStyle/>
        <a:p>
          <a:r>
            <a:rPr lang="vi-VN" sz="1800" dirty="0"/>
            <a:t>Flutter &amp; Dart</a:t>
          </a:r>
          <a:endParaRPr lang="en-US" sz="1800" dirty="0"/>
        </a:p>
      </dgm:t>
    </dgm:pt>
    <dgm:pt modelId="{D031BEF1-AA14-4DE0-9726-1FDA9BEBC622}" type="parTrans" cxnId="{AD04DD44-FF29-46D8-B404-714E751A509E}">
      <dgm:prSet/>
      <dgm:spPr/>
      <dgm:t>
        <a:bodyPr/>
        <a:lstStyle/>
        <a:p>
          <a:endParaRPr lang="en-US"/>
        </a:p>
      </dgm:t>
    </dgm:pt>
    <dgm:pt modelId="{1EB37F9A-0AA2-4201-9ADE-105AF1C62AFD}" type="sibTrans" cxnId="{AD04DD44-FF29-46D8-B404-714E751A509E}">
      <dgm:prSet/>
      <dgm:spPr/>
      <dgm:t>
        <a:bodyPr/>
        <a:lstStyle/>
        <a:p>
          <a:endParaRPr lang="en-US"/>
        </a:p>
      </dgm:t>
    </dgm:pt>
    <dgm:pt modelId="{06633F87-A34E-4E07-8A4A-6DC6A130C95D}">
      <dgm:prSet phldrT="[Text]" custT="1"/>
      <dgm:spPr/>
      <dgm:t>
        <a:bodyPr/>
        <a:lstStyle/>
        <a:p>
          <a:r>
            <a:rPr lang="vi-VN" sz="1800" dirty="0"/>
            <a:t>Thư viện dmrtd Core (NFC)</a:t>
          </a:r>
          <a:endParaRPr lang="en-US" sz="1800" dirty="0"/>
        </a:p>
      </dgm:t>
    </dgm:pt>
    <dgm:pt modelId="{8439A8EB-1631-42F6-A420-FE2B4762E142}" type="parTrans" cxnId="{6CC3EBA5-B672-4313-AE1D-4FD8114EF437}">
      <dgm:prSet/>
      <dgm:spPr/>
      <dgm:t>
        <a:bodyPr/>
        <a:lstStyle/>
        <a:p>
          <a:endParaRPr lang="en-US"/>
        </a:p>
      </dgm:t>
    </dgm:pt>
    <dgm:pt modelId="{56CE5D63-8F21-4E9A-B06D-AE9BA1BA0D39}" type="sibTrans" cxnId="{6CC3EBA5-B672-4313-AE1D-4FD8114EF437}">
      <dgm:prSet/>
      <dgm:spPr/>
      <dgm:t>
        <a:bodyPr/>
        <a:lstStyle/>
        <a:p>
          <a:endParaRPr lang="en-US"/>
        </a:p>
      </dgm:t>
    </dgm:pt>
    <dgm:pt modelId="{4FC010DB-F01A-48EB-9FFA-3897613EC45E}">
      <dgm:prSet phldrT="[Text]" custT="1"/>
      <dgm:spPr/>
      <dgm:t>
        <a:bodyPr/>
        <a:lstStyle/>
        <a:p>
          <a:r>
            <a:rPr lang="en-US" sz="1800" b="1" dirty="0" err="1">
              <a:solidFill>
                <a:schemeClr val="tx1"/>
              </a:solidFill>
            </a:rPr>
            <a:t>Máy</a:t>
          </a:r>
          <a:r>
            <a:rPr lang="en-US" sz="1800" b="1" dirty="0">
              <a:solidFill>
                <a:schemeClr val="tx1"/>
              </a:solidFill>
            </a:rPr>
            <a:t> </a:t>
          </a:r>
          <a:r>
            <a:rPr lang="en-US" sz="1800" b="1" dirty="0" err="1">
              <a:solidFill>
                <a:schemeClr val="tx1"/>
              </a:solidFill>
            </a:rPr>
            <a:t>chủ</a:t>
          </a:r>
          <a:r>
            <a:rPr lang="en-US" sz="1800" b="1" dirty="0">
              <a:solidFill>
                <a:schemeClr val="tx1"/>
              </a:solidFill>
            </a:rPr>
            <a:t> </a:t>
          </a:r>
          <a:r>
            <a:rPr lang="en-US" sz="1800" b="1" dirty="0" err="1">
              <a:solidFill>
                <a:schemeClr val="tx1"/>
              </a:solidFill>
            </a:rPr>
            <a:t>trung</a:t>
          </a:r>
          <a:r>
            <a:rPr lang="en-US" sz="1800" b="1" dirty="0">
              <a:solidFill>
                <a:schemeClr val="tx1"/>
              </a:solidFill>
            </a:rPr>
            <a:t> </a:t>
          </a:r>
          <a:r>
            <a:rPr lang="en-US" sz="1800" b="1" dirty="0" err="1">
              <a:solidFill>
                <a:schemeClr val="tx1"/>
              </a:solidFill>
            </a:rPr>
            <a:t>tâm</a:t>
          </a:r>
          <a:endParaRPr lang="en-US" sz="1800" b="1" dirty="0">
            <a:solidFill>
              <a:schemeClr val="tx1"/>
            </a:solidFill>
          </a:endParaRPr>
        </a:p>
      </dgm:t>
    </dgm:pt>
    <dgm:pt modelId="{C7F88728-91B9-4F7C-B32F-C4F2276DF644}" type="parTrans" cxnId="{51A4C66D-591D-4A17-94A1-4551735309A0}">
      <dgm:prSet/>
      <dgm:spPr/>
      <dgm:t>
        <a:bodyPr/>
        <a:lstStyle/>
        <a:p>
          <a:endParaRPr lang="en-US"/>
        </a:p>
      </dgm:t>
    </dgm:pt>
    <dgm:pt modelId="{F465AECD-2178-420A-898B-3128B27565A7}" type="sibTrans" cxnId="{51A4C66D-591D-4A17-94A1-4551735309A0}">
      <dgm:prSet/>
      <dgm:spPr/>
      <dgm:t>
        <a:bodyPr/>
        <a:lstStyle/>
        <a:p>
          <a:endParaRPr lang="en-US"/>
        </a:p>
      </dgm:t>
    </dgm:pt>
    <dgm:pt modelId="{C4EBC4EB-E212-4EC4-BCBC-142622E1FE2E}">
      <dgm:prSet phldrT="[Text]" custT="1"/>
      <dgm:spPr/>
      <dgm:t>
        <a:bodyPr/>
        <a:lstStyle/>
        <a:p>
          <a:r>
            <a:rPr lang="en-US" sz="1800" dirty="0"/>
            <a:t>Java Spring Boot</a:t>
          </a:r>
        </a:p>
      </dgm:t>
    </dgm:pt>
    <dgm:pt modelId="{AAF7DF1B-A84E-4C95-AB72-20D0BD9F2C9C}" type="parTrans" cxnId="{EBE107C8-3572-4937-8309-247DBE3458DC}">
      <dgm:prSet/>
      <dgm:spPr/>
      <dgm:t>
        <a:bodyPr/>
        <a:lstStyle/>
        <a:p>
          <a:endParaRPr lang="en-US"/>
        </a:p>
      </dgm:t>
    </dgm:pt>
    <dgm:pt modelId="{026CCCD1-4F5D-4908-BD10-F5C725F3A638}" type="sibTrans" cxnId="{EBE107C8-3572-4937-8309-247DBE3458DC}">
      <dgm:prSet/>
      <dgm:spPr/>
      <dgm:t>
        <a:bodyPr/>
        <a:lstStyle/>
        <a:p>
          <a:endParaRPr lang="en-US"/>
        </a:p>
      </dgm:t>
    </dgm:pt>
    <dgm:pt modelId="{77518D04-AC56-4849-90D3-6B77CD4C37F5}">
      <dgm:prSet phldrT="[Text]" custT="1"/>
      <dgm:spPr/>
      <dgm:t>
        <a:bodyPr/>
        <a:lstStyle/>
        <a:p>
          <a:r>
            <a:rPr lang="en-US" sz="1800" dirty="0"/>
            <a:t>Spring Security &amp; JWT</a:t>
          </a:r>
        </a:p>
      </dgm:t>
    </dgm:pt>
    <dgm:pt modelId="{74847FC8-76EF-4647-BC5A-631D26AD5D5E}" type="parTrans" cxnId="{90AC68A3-81DA-45C7-8EC8-8392231E40E2}">
      <dgm:prSet/>
      <dgm:spPr/>
      <dgm:t>
        <a:bodyPr/>
        <a:lstStyle/>
        <a:p>
          <a:endParaRPr lang="en-US"/>
        </a:p>
      </dgm:t>
    </dgm:pt>
    <dgm:pt modelId="{FCE201F7-382F-4252-A26B-522BCF224979}" type="sibTrans" cxnId="{90AC68A3-81DA-45C7-8EC8-8392231E40E2}">
      <dgm:prSet/>
      <dgm:spPr/>
      <dgm:t>
        <a:bodyPr/>
        <a:lstStyle/>
        <a:p>
          <a:endParaRPr lang="en-US"/>
        </a:p>
      </dgm:t>
    </dgm:pt>
    <dgm:pt modelId="{D4FD87A8-3B78-4520-B5AA-06274DED44AB}">
      <dgm:prSet phldrT="[Text]" custT="1"/>
      <dgm:spPr/>
      <dgm:t>
        <a:bodyPr/>
        <a:lstStyle/>
        <a:p>
          <a:r>
            <a:rPr lang="en-US" sz="1800" b="1" dirty="0">
              <a:solidFill>
                <a:schemeClr val="tx1"/>
              </a:solidFill>
            </a:rPr>
            <a:t>Trí </a:t>
          </a:r>
          <a:r>
            <a:rPr lang="en-US" sz="1800" b="1" dirty="0" err="1">
              <a:solidFill>
                <a:schemeClr val="tx1"/>
              </a:solidFill>
            </a:rPr>
            <a:t>tuệ</a:t>
          </a:r>
          <a:r>
            <a:rPr lang="en-US" sz="1800" b="1" dirty="0">
              <a:solidFill>
                <a:schemeClr val="tx1"/>
              </a:solidFill>
            </a:rPr>
            <a:t> </a:t>
          </a:r>
          <a:r>
            <a:rPr lang="en-US" sz="1800" b="1" dirty="0" err="1">
              <a:solidFill>
                <a:schemeClr val="tx1"/>
              </a:solidFill>
            </a:rPr>
            <a:t>nhân</a:t>
          </a:r>
          <a:r>
            <a:rPr lang="en-US" sz="1800" b="1" dirty="0">
              <a:solidFill>
                <a:schemeClr val="tx1"/>
              </a:solidFill>
            </a:rPr>
            <a:t> </a:t>
          </a:r>
          <a:r>
            <a:rPr lang="en-US" sz="1800" b="1" dirty="0" err="1">
              <a:solidFill>
                <a:schemeClr val="tx1"/>
              </a:solidFill>
            </a:rPr>
            <a:t>tạo</a:t>
          </a:r>
          <a:endParaRPr lang="en-US" sz="1800" b="1" dirty="0">
            <a:solidFill>
              <a:schemeClr val="tx1"/>
            </a:solidFill>
          </a:endParaRPr>
        </a:p>
      </dgm:t>
    </dgm:pt>
    <dgm:pt modelId="{2E364E05-0F92-4CA7-9E99-2EFA1939B581}" type="parTrans" cxnId="{0C1E7ED8-0026-4DF9-8A4E-A67A51DFA3B4}">
      <dgm:prSet/>
      <dgm:spPr/>
      <dgm:t>
        <a:bodyPr/>
        <a:lstStyle/>
        <a:p>
          <a:endParaRPr lang="en-US"/>
        </a:p>
      </dgm:t>
    </dgm:pt>
    <dgm:pt modelId="{579E52E4-7B1A-413F-9219-EEB3811196B3}" type="sibTrans" cxnId="{0C1E7ED8-0026-4DF9-8A4E-A67A51DFA3B4}">
      <dgm:prSet/>
      <dgm:spPr/>
      <dgm:t>
        <a:bodyPr/>
        <a:lstStyle/>
        <a:p>
          <a:endParaRPr lang="en-US"/>
        </a:p>
      </dgm:t>
    </dgm:pt>
    <dgm:pt modelId="{F6ACF1B0-F771-4E24-BC37-F13557C8F43F}">
      <dgm:prSet phldrT="[Text]" custT="1"/>
      <dgm:spPr/>
      <dgm:t>
        <a:bodyPr/>
        <a:lstStyle/>
        <a:p>
          <a:r>
            <a:rPr lang="en-US" sz="1800" dirty="0"/>
            <a:t>Python Flask</a:t>
          </a:r>
        </a:p>
      </dgm:t>
    </dgm:pt>
    <dgm:pt modelId="{9AA84AAB-3DC3-4D70-BA80-6DCC131B204B}" type="parTrans" cxnId="{70C1BC85-190B-4F30-80AF-6F01D51407FC}">
      <dgm:prSet/>
      <dgm:spPr/>
      <dgm:t>
        <a:bodyPr/>
        <a:lstStyle/>
        <a:p>
          <a:endParaRPr lang="en-US"/>
        </a:p>
      </dgm:t>
    </dgm:pt>
    <dgm:pt modelId="{0735CA5B-ABC6-42A9-BBE8-8D5601626EB9}" type="sibTrans" cxnId="{70C1BC85-190B-4F30-80AF-6F01D51407FC}">
      <dgm:prSet/>
      <dgm:spPr/>
      <dgm:t>
        <a:bodyPr/>
        <a:lstStyle/>
        <a:p>
          <a:endParaRPr lang="en-US"/>
        </a:p>
      </dgm:t>
    </dgm:pt>
    <dgm:pt modelId="{2FAC1901-C453-4151-A7CA-F8064335DEFC}">
      <dgm:prSet phldrT="[Text]" custT="1"/>
      <dgm:spPr/>
      <dgm:t>
        <a:bodyPr/>
        <a:lstStyle/>
        <a:p>
          <a:r>
            <a:rPr lang="en-US" sz="1800" dirty="0" err="1"/>
            <a:t>Mô</a:t>
          </a:r>
          <a:r>
            <a:rPr lang="en-US" sz="1800" dirty="0"/>
            <a:t> </a:t>
          </a:r>
          <a:r>
            <a:rPr lang="en-US" sz="1800" dirty="0" err="1"/>
            <a:t>hình</a:t>
          </a:r>
          <a:r>
            <a:rPr lang="en-US" sz="1800" dirty="0"/>
            <a:t> </a:t>
          </a:r>
          <a:r>
            <a:rPr lang="en-US" sz="1800" dirty="0" err="1"/>
            <a:t>ArcFace</a:t>
          </a:r>
          <a:r>
            <a:rPr lang="en-US" sz="1800" dirty="0"/>
            <a:t> (</a:t>
          </a:r>
          <a:r>
            <a:rPr lang="en-US" sz="1800" dirty="0" err="1"/>
            <a:t>InsightFace</a:t>
          </a:r>
          <a:r>
            <a:rPr lang="en-US" sz="1800" dirty="0"/>
            <a:t>)</a:t>
          </a:r>
        </a:p>
      </dgm:t>
    </dgm:pt>
    <dgm:pt modelId="{BAE2A3A0-8DA0-47F4-B2C4-A9CFB19A5105}" type="parTrans" cxnId="{799AB0AD-60E8-43B3-B720-A2EF4B81E09F}">
      <dgm:prSet/>
      <dgm:spPr/>
      <dgm:t>
        <a:bodyPr/>
        <a:lstStyle/>
        <a:p>
          <a:endParaRPr lang="en-US"/>
        </a:p>
      </dgm:t>
    </dgm:pt>
    <dgm:pt modelId="{3F893557-8114-49A2-849B-AA3689F79A82}" type="sibTrans" cxnId="{799AB0AD-60E8-43B3-B720-A2EF4B81E09F}">
      <dgm:prSet/>
      <dgm:spPr/>
      <dgm:t>
        <a:bodyPr/>
        <a:lstStyle/>
        <a:p>
          <a:endParaRPr lang="en-US"/>
        </a:p>
      </dgm:t>
    </dgm:pt>
    <dgm:pt modelId="{50888B19-B976-4A2F-9060-4971090EBBF9}">
      <dgm:prSet phldrT="[Text]" custT="1"/>
      <dgm:spPr/>
      <dgm:t>
        <a:bodyPr/>
        <a:lstStyle/>
        <a:p>
          <a:r>
            <a:rPr lang="vi-VN" sz="1800" dirty="0"/>
            <a:t>Mô hình MobileFaceNet</a:t>
          </a:r>
          <a:endParaRPr lang="en-US" sz="1800" dirty="0"/>
        </a:p>
      </dgm:t>
    </dgm:pt>
    <dgm:pt modelId="{E262943B-53E0-44DE-8B5B-48E91FDE58D2}" type="parTrans" cxnId="{1E2D38B1-9F88-4151-871C-E29A3317541A}">
      <dgm:prSet/>
      <dgm:spPr/>
      <dgm:t>
        <a:bodyPr/>
        <a:lstStyle/>
        <a:p>
          <a:endParaRPr lang="en-US"/>
        </a:p>
      </dgm:t>
    </dgm:pt>
    <dgm:pt modelId="{A1649575-23B9-4CC5-B077-4804E43F053A}" type="sibTrans" cxnId="{1E2D38B1-9F88-4151-871C-E29A3317541A}">
      <dgm:prSet/>
      <dgm:spPr/>
      <dgm:t>
        <a:bodyPr/>
        <a:lstStyle/>
        <a:p>
          <a:endParaRPr lang="en-US"/>
        </a:p>
      </dgm:t>
    </dgm:pt>
    <dgm:pt modelId="{6E6ABB99-199F-403A-A46D-CDCEFDFAF467}">
      <dgm:prSet custT="1"/>
      <dgm:spPr/>
      <dgm:t>
        <a:bodyPr/>
        <a:lstStyle/>
        <a:p>
          <a:r>
            <a:rPr lang="vi-VN" sz="1800" b="1" dirty="0">
              <a:solidFill>
                <a:schemeClr val="tx1"/>
              </a:solidFill>
            </a:rPr>
            <a:t>Đường ống Truyền thông &amp; Ngoại vi</a:t>
          </a:r>
          <a:endParaRPr lang="en-US" sz="1800" b="1" dirty="0">
            <a:solidFill>
              <a:schemeClr val="tx1"/>
            </a:solidFill>
          </a:endParaRPr>
        </a:p>
      </dgm:t>
    </dgm:pt>
    <dgm:pt modelId="{7F2C6339-0B39-4EEB-953F-34B082F2E873}" type="parTrans" cxnId="{F35AF7EC-1A1A-4146-BE60-11086720881D}">
      <dgm:prSet/>
      <dgm:spPr/>
      <dgm:t>
        <a:bodyPr/>
        <a:lstStyle/>
        <a:p>
          <a:endParaRPr lang="en-US"/>
        </a:p>
      </dgm:t>
    </dgm:pt>
    <dgm:pt modelId="{20D873C6-A16D-4968-AAF5-307B54DC603E}" type="sibTrans" cxnId="{F35AF7EC-1A1A-4146-BE60-11086720881D}">
      <dgm:prSet/>
      <dgm:spPr/>
      <dgm:t>
        <a:bodyPr/>
        <a:lstStyle/>
        <a:p>
          <a:endParaRPr lang="en-US"/>
        </a:p>
      </dgm:t>
    </dgm:pt>
    <dgm:pt modelId="{6F52CA76-659F-473F-8A7A-9048794B6528}">
      <dgm:prSet phldrT="[Text]" custT="1"/>
      <dgm:spPr/>
      <dgm:t>
        <a:bodyPr/>
        <a:lstStyle/>
        <a:p>
          <a:endParaRPr lang="en-US" sz="1800" dirty="0"/>
        </a:p>
      </dgm:t>
    </dgm:pt>
    <dgm:pt modelId="{DC15E8B6-FCE9-4D3A-9851-3540D517CC02}" type="parTrans" cxnId="{80A48F5C-1D2B-497A-BD86-154A1350B4D0}">
      <dgm:prSet/>
      <dgm:spPr/>
      <dgm:t>
        <a:bodyPr/>
        <a:lstStyle/>
        <a:p>
          <a:endParaRPr lang="en-US"/>
        </a:p>
      </dgm:t>
    </dgm:pt>
    <dgm:pt modelId="{CF00C11F-B57C-4418-9F49-F1A2A32F6B8A}" type="sibTrans" cxnId="{80A48F5C-1D2B-497A-BD86-154A1350B4D0}">
      <dgm:prSet/>
      <dgm:spPr/>
      <dgm:t>
        <a:bodyPr/>
        <a:lstStyle/>
        <a:p>
          <a:endParaRPr lang="en-US"/>
        </a:p>
      </dgm:t>
    </dgm:pt>
    <dgm:pt modelId="{3D52D756-6975-4F8A-AF7E-FD4943E2B26F}">
      <dgm:prSet phldrT="[Text]" custT="1"/>
      <dgm:spPr/>
      <dgm:t>
        <a:bodyPr/>
        <a:lstStyle/>
        <a:p>
          <a:r>
            <a:rPr lang="en-US" sz="1800" dirty="0"/>
            <a:t>Prisma &amp; MySQL</a:t>
          </a:r>
        </a:p>
      </dgm:t>
    </dgm:pt>
    <dgm:pt modelId="{CFD76A4D-2C34-4FCA-BAA2-275AC9835D35}" type="parTrans" cxnId="{98144CE0-902E-498F-9820-5888A4E73157}">
      <dgm:prSet/>
      <dgm:spPr/>
      <dgm:t>
        <a:bodyPr/>
        <a:lstStyle/>
        <a:p>
          <a:endParaRPr lang="en-US"/>
        </a:p>
      </dgm:t>
    </dgm:pt>
    <dgm:pt modelId="{3F1F4B62-7CCC-425B-85CC-5BC5B71E7903}" type="sibTrans" cxnId="{98144CE0-902E-498F-9820-5888A4E73157}">
      <dgm:prSet/>
      <dgm:spPr/>
      <dgm:t>
        <a:bodyPr/>
        <a:lstStyle/>
        <a:p>
          <a:endParaRPr lang="en-US"/>
        </a:p>
      </dgm:t>
    </dgm:pt>
    <dgm:pt modelId="{7FB2E837-52FF-437C-B845-7F793F13E000}">
      <dgm:prSet phldrT="[Text]" custT="1"/>
      <dgm:spPr/>
      <dgm:t>
        <a:bodyPr/>
        <a:lstStyle/>
        <a:p>
          <a:r>
            <a:rPr lang="en-US" sz="1800" dirty="0"/>
            <a:t>ONNX Runtime</a:t>
          </a:r>
        </a:p>
      </dgm:t>
    </dgm:pt>
    <dgm:pt modelId="{14DAAC22-28EC-4D96-A955-48EA5DCBAEFB}" type="parTrans" cxnId="{4D4E21D2-6713-4024-B6AB-31E33BEB1BD1}">
      <dgm:prSet/>
      <dgm:spPr/>
      <dgm:t>
        <a:bodyPr/>
        <a:lstStyle/>
        <a:p>
          <a:endParaRPr lang="en-US"/>
        </a:p>
      </dgm:t>
    </dgm:pt>
    <dgm:pt modelId="{165329A2-F427-488E-989A-372BB80A1CE8}" type="sibTrans" cxnId="{4D4E21D2-6713-4024-B6AB-31E33BEB1BD1}">
      <dgm:prSet/>
      <dgm:spPr/>
      <dgm:t>
        <a:bodyPr/>
        <a:lstStyle/>
        <a:p>
          <a:endParaRPr lang="en-US"/>
        </a:p>
      </dgm:t>
    </dgm:pt>
    <dgm:pt modelId="{32427AE7-03CC-4963-9E04-54AAF0371052}">
      <dgm:prSet custT="1"/>
      <dgm:spPr/>
      <dgm:t>
        <a:bodyPr/>
        <a:lstStyle/>
        <a:p>
          <a:r>
            <a:rPr lang="en-US" sz="1800" dirty="0"/>
            <a:t>MQTT Broker (</a:t>
          </a:r>
          <a:r>
            <a:rPr lang="en-US" sz="1800" dirty="0" err="1"/>
            <a:t>HiveMQ</a:t>
          </a:r>
          <a:r>
            <a:rPr lang="en-US" sz="1800" dirty="0"/>
            <a:t> Cloud)</a:t>
          </a:r>
        </a:p>
      </dgm:t>
    </dgm:pt>
    <dgm:pt modelId="{6CC3CF50-B73B-4122-8463-9B64ACF4A95B}" type="parTrans" cxnId="{DEA98429-C33E-4FE9-BCB5-284F6A4084A9}">
      <dgm:prSet/>
      <dgm:spPr/>
      <dgm:t>
        <a:bodyPr/>
        <a:lstStyle/>
        <a:p>
          <a:endParaRPr lang="en-US"/>
        </a:p>
      </dgm:t>
    </dgm:pt>
    <dgm:pt modelId="{41556E62-BE33-47B4-9BFB-A56E85FB8EA7}" type="sibTrans" cxnId="{DEA98429-C33E-4FE9-BCB5-284F6A4084A9}">
      <dgm:prSet/>
      <dgm:spPr/>
      <dgm:t>
        <a:bodyPr/>
        <a:lstStyle/>
        <a:p>
          <a:endParaRPr lang="en-US"/>
        </a:p>
      </dgm:t>
    </dgm:pt>
    <dgm:pt modelId="{14966BFE-6BAF-4953-8354-0F6D276D09BE}">
      <dgm:prSet custT="1"/>
      <dgm:spPr/>
      <dgm:t>
        <a:bodyPr/>
        <a:lstStyle/>
        <a:p>
          <a:r>
            <a:rPr lang="en-US" sz="1800" dirty="0" err="1"/>
            <a:t>Phần</a:t>
          </a:r>
          <a:r>
            <a:rPr lang="en-US" sz="1800" dirty="0"/>
            <a:t> </a:t>
          </a:r>
          <a:r>
            <a:rPr lang="en-US" sz="1800" dirty="0" err="1"/>
            <a:t>cứng</a:t>
          </a:r>
          <a:r>
            <a:rPr lang="en-US" sz="1800" dirty="0"/>
            <a:t> ESP32, </a:t>
          </a:r>
          <a:r>
            <a:rPr lang="en-US" sz="1800" dirty="0" err="1"/>
            <a:t>Rơ</a:t>
          </a:r>
          <a:r>
            <a:rPr lang="en-US" sz="1800" dirty="0"/>
            <a:t>-le</a:t>
          </a:r>
        </a:p>
      </dgm:t>
    </dgm:pt>
    <dgm:pt modelId="{388395FE-D44B-488A-9B52-5AAF2FDEC2A8}" type="parTrans" cxnId="{55A74A07-5760-49D5-BC00-73B8B175456F}">
      <dgm:prSet/>
      <dgm:spPr/>
      <dgm:t>
        <a:bodyPr/>
        <a:lstStyle/>
        <a:p>
          <a:endParaRPr lang="en-US"/>
        </a:p>
      </dgm:t>
    </dgm:pt>
    <dgm:pt modelId="{B2EE2253-5744-4D45-A6FB-8D7C4FE40C8E}" type="sibTrans" cxnId="{55A74A07-5760-49D5-BC00-73B8B175456F}">
      <dgm:prSet/>
      <dgm:spPr/>
      <dgm:t>
        <a:bodyPr/>
        <a:lstStyle/>
        <a:p>
          <a:endParaRPr lang="en-US"/>
        </a:p>
      </dgm:t>
    </dgm:pt>
    <dgm:pt modelId="{3F15BC5A-546F-4AB1-B93B-C948CE3FCD8D}">
      <dgm:prSet custT="1"/>
      <dgm:spPr/>
      <dgm:t>
        <a:bodyPr/>
        <a:lstStyle/>
        <a:p>
          <a:r>
            <a:rPr lang="en-US" sz="1800" dirty="0"/>
            <a:t>Dashboard: Giao </a:t>
          </a:r>
          <a:r>
            <a:rPr lang="en-US" sz="1800" dirty="0" err="1"/>
            <a:t>thức</a:t>
          </a:r>
          <a:r>
            <a:rPr lang="en-US" sz="1800" dirty="0"/>
            <a:t> WebSocket STOMP</a:t>
          </a:r>
        </a:p>
      </dgm:t>
    </dgm:pt>
    <dgm:pt modelId="{BF00D8C9-BE96-4E02-8FC0-B96C91067A03}" type="parTrans" cxnId="{BF6B2A75-E450-4449-A0D2-5E8F8BF45DF0}">
      <dgm:prSet/>
      <dgm:spPr/>
      <dgm:t>
        <a:bodyPr/>
        <a:lstStyle/>
        <a:p>
          <a:endParaRPr lang="en-US"/>
        </a:p>
      </dgm:t>
    </dgm:pt>
    <dgm:pt modelId="{8F1FA577-E1D6-4E7F-A64C-BF729BB0A21C}" type="sibTrans" cxnId="{BF6B2A75-E450-4449-A0D2-5E8F8BF45DF0}">
      <dgm:prSet/>
      <dgm:spPr/>
      <dgm:t>
        <a:bodyPr/>
        <a:lstStyle/>
        <a:p>
          <a:endParaRPr lang="en-US"/>
        </a:p>
      </dgm:t>
    </dgm:pt>
    <dgm:pt modelId="{F782DEF7-A0FF-45E4-BDFF-CDDBAFFDC3AC}">
      <dgm:prSet custT="1"/>
      <dgm:spPr/>
      <dgm:t>
        <a:bodyPr/>
        <a:lstStyle/>
        <a:p>
          <a:endParaRPr lang="en-US" sz="1800" dirty="0"/>
        </a:p>
      </dgm:t>
    </dgm:pt>
    <dgm:pt modelId="{C42D8E67-4866-44A9-879A-5C229F8F63F0}" type="parTrans" cxnId="{1CCBD78E-9B70-43BE-960C-2415201384F0}">
      <dgm:prSet/>
      <dgm:spPr/>
      <dgm:t>
        <a:bodyPr/>
        <a:lstStyle/>
        <a:p>
          <a:endParaRPr lang="en-US"/>
        </a:p>
      </dgm:t>
    </dgm:pt>
    <dgm:pt modelId="{CA058ECD-6078-4B67-A359-4E7C31287208}" type="sibTrans" cxnId="{1CCBD78E-9B70-43BE-960C-2415201384F0}">
      <dgm:prSet/>
      <dgm:spPr/>
      <dgm:t>
        <a:bodyPr/>
        <a:lstStyle/>
        <a:p>
          <a:endParaRPr lang="en-US"/>
        </a:p>
      </dgm:t>
    </dgm:pt>
    <dgm:pt modelId="{54135AAD-075F-4E80-BC80-4F685EF0842F}" type="pres">
      <dgm:prSet presAssocID="{187397B6-F9EB-4E0C-9DAD-A5EE7794FB51}" presName="Name0" presStyleCnt="0">
        <dgm:presLayoutVars>
          <dgm:dir/>
          <dgm:animLvl val="lvl"/>
          <dgm:resizeHandles val="exact"/>
        </dgm:presLayoutVars>
      </dgm:prSet>
      <dgm:spPr/>
    </dgm:pt>
    <dgm:pt modelId="{2CA32283-E44F-4D46-B0C0-D1A966E750F4}" type="pres">
      <dgm:prSet presAssocID="{62AD7E22-9C2B-47B6-9177-2171B3861B42}" presName="composite" presStyleCnt="0"/>
      <dgm:spPr/>
    </dgm:pt>
    <dgm:pt modelId="{6601B7C0-4D31-4E13-9216-BC6E3A3EA318}" type="pres">
      <dgm:prSet presAssocID="{62AD7E22-9C2B-47B6-9177-2171B3861B42}" presName="parTx" presStyleLbl="alignNode1" presStyleIdx="0" presStyleCnt="4">
        <dgm:presLayoutVars>
          <dgm:chMax val="0"/>
          <dgm:chPref val="0"/>
          <dgm:bulletEnabled val="1"/>
        </dgm:presLayoutVars>
      </dgm:prSet>
      <dgm:spPr/>
    </dgm:pt>
    <dgm:pt modelId="{C3983FE3-A3C8-46C3-9B98-D16AA49B3F5F}" type="pres">
      <dgm:prSet presAssocID="{62AD7E22-9C2B-47B6-9177-2171B3861B42}" presName="desTx" presStyleLbl="alignAccFollowNode1" presStyleIdx="0" presStyleCnt="4">
        <dgm:presLayoutVars>
          <dgm:bulletEnabled val="1"/>
        </dgm:presLayoutVars>
      </dgm:prSet>
      <dgm:spPr/>
    </dgm:pt>
    <dgm:pt modelId="{238B3342-067B-4E58-9D89-8E28A98663FB}" type="pres">
      <dgm:prSet presAssocID="{BDF11CE1-F0B7-4FCE-9D11-3D44A5605E90}" presName="space" presStyleCnt="0"/>
      <dgm:spPr/>
    </dgm:pt>
    <dgm:pt modelId="{95896F41-CAC7-41BD-AE78-017C0BAC4A8B}" type="pres">
      <dgm:prSet presAssocID="{4FC010DB-F01A-48EB-9FFA-3897613EC45E}" presName="composite" presStyleCnt="0"/>
      <dgm:spPr/>
    </dgm:pt>
    <dgm:pt modelId="{279B1B78-EC81-4159-8B99-6D73128B74DE}" type="pres">
      <dgm:prSet presAssocID="{4FC010DB-F01A-48EB-9FFA-3897613EC45E}" presName="parTx" presStyleLbl="alignNode1" presStyleIdx="1" presStyleCnt="4">
        <dgm:presLayoutVars>
          <dgm:chMax val="0"/>
          <dgm:chPref val="0"/>
          <dgm:bulletEnabled val="1"/>
        </dgm:presLayoutVars>
      </dgm:prSet>
      <dgm:spPr/>
    </dgm:pt>
    <dgm:pt modelId="{44472E66-AF64-4CE6-9231-16C71C6DBE11}" type="pres">
      <dgm:prSet presAssocID="{4FC010DB-F01A-48EB-9FFA-3897613EC45E}" presName="desTx" presStyleLbl="alignAccFollowNode1" presStyleIdx="1" presStyleCnt="4">
        <dgm:presLayoutVars>
          <dgm:bulletEnabled val="1"/>
        </dgm:presLayoutVars>
      </dgm:prSet>
      <dgm:spPr/>
    </dgm:pt>
    <dgm:pt modelId="{71EBCB18-2857-4B10-94ED-D276749E9230}" type="pres">
      <dgm:prSet presAssocID="{F465AECD-2178-420A-898B-3128B27565A7}" presName="space" presStyleCnt="0"/>
      <dgm:spPr/>
    </dgm:pt>
    <dgm:pt modelId="{716D1FE3-ABC7-4291-83DF-EB12F1EEAAB9}" type="pres">
      <dgm:prSet presAssocID="{D4FD87A8-3B78-4520-B5AA-06274DED44AB}" presName="composite" presStyleCnt="0"/>
      <dgm:spPr/>
    </dgm:pt>
    <dgm:pt modelId="{72D27D39-83DF-450C-B60B-BD7F0D1C76EB}" type="pres">
      <dgm:prSet presAssocID="{D4FD87A8-3B78-4520-B5AA-06274DED44AB}" presName="parTx" presStyleLbl="alignNode1" presStyleIdx="2" presStyleCnt="4">
        <dgm:presLayoutVars>
          <dgm:chMax val="0"/>
          <dgm:chPref val="0"/>
          <dgm:bulletEnabled val="1"/>
        </dgm:presLayoutVars>
      </dgm:prSet>
      <dgm:spPr/>
    </dgm:pt>
    <dgm:pt modelId="{493E97E7-FC91-4CD1-BA36-B70BF43696D0}" type="pres">
      <dgm:prSet presAssocID="{D4FD87A8-3B78-4520-B5AA-06274DED44AB}" presName="desTx" presStyleLbl="alignAccFollowNode1" presStyleIdx="2" presStyleCnt="4">
        <dgm:presLayoutVars>
          <dgm:bulletEnabled val="1"/>
        </dgm:presLayoutVars>
      </dgm:prSet>
      <dgm:spPr/>
    </dgm:pt>
    <dgm:pt modelId="{E8241F25-82DF-4E4A-8123-BBCFD04CFEFE}" type="pres">
      <dgm:prSet presAssocID="{579E52E4-7B1A-413F-9219-EEB3811196B3}" presName="space" presStyleCnt="0"/>
      <dgm:spPr/>
    </dgm:pt>
    <dgm:pt modelId="{68C4ACE3-B87B-4F23-9D5F-C1F7684DEF7E}" type="pres">
      <dgm:prSet presAssocID="{6E6ABB99-199F-403A-A46D-CDCEFDFAF467}" presName="composite" presStyleCnt="0"/>
      <dgm:spPr/>
    </dgm:pt>
    <dgm:pt modelId="{6ABA5AB8-D487-421F-9102-FCBE1C6DC470}" type="pres">
      <dgm:prSet presAssocID="{6E6ABB99-199F-403A-A46D-CDCEFDFAF467}" presName="parTx" presStyleLbl="alignNode1" presStyleIdx="3" presStyleCnt="4">
        <dgm:presLayoutVars>
          <dgm:chMax val="0"/>
          <dgm:chPref val="0"/>
          <dgm:bulletEnabled val="1"/>
        </dgm:presLayoutVars>
      </dgm:prSet>
      <dgm:spPr/>
    </dgm:pt>
    <dgm:pt modelId="{9F954D0E-A787-4BB6-A9E6-2D60420848BB}" type="pres">
      <dgm:prSet presAssocID="{6E6ABB99-199F-403A-A46D-CDCEFDFAF467}" presName="desTx" presStyleLbl="alignAccFollowNode1" presStyleIdx="3" presStyleCnt="4">
        <dgm:presLayoutVars>
          <dgm:bulletEnabled val="1"/>
        </dgm:presLayoutVars>
      </dgm:prSet>
      <dgm:spPr/>
    </dgm:pt>
  </dgm:ptLst>
  <dgm:cxnLst>
    <dgm:cxn modelId="{55A74A07-5760-49D5-BC00-73B8B175456F}" srcId="{6E6ABB99-199F-403A-A46D-CDCEFDFAF467}" destId="{14966BFE-6BAF-4953-8354-0F6D276D09BE}" srcOrd="1" destOrd="0" parTransId="{388395FE-D44B-488A-9B52-5AAF2FDEC2A8}" sibTransId="{B2EE2253-5744-4D45-A6FB-8D7C4FE40C8E}"/>
    <dgm:cxn modelId="{5539B210-EEB8-456E-AFCF-96674316140C}" type="presOf" srcId="{32427AE7-03CC-4963-9E04-54AAF0371052}" destId="{9F954D0E-A787-4BB6-A9E6-2D60420848BB}" srcOrd="0" destOrd="0" presId="urn:microsoft.com/office/officeart/2005/8/layout/hList1"/>
    <dgm:cxn modelId="{D2640520-BDA6-4B6E-B080-E9F509691E05}" type="presOf" srcId="{14966BFE-6BAF-4953-8354-0F6D276D09BE}" destId="{9F954D0E-A787-4BB6-A9E6-2D60420848BB}" srcOrd="0" destOrd="1" presId="urn:microsoft.com/office/officeart/2005/8/layout/hList1"/>
    <dgm:cxn modelId="{404FF424-32CC-48FA-BCCF-F76E8F8E3DED}" type="presOf" srcId="{3D52D756-6975-4F8A-AF7E-FD4943E2B26F}" destId="{44472E66-AF64-4CE6-9231-16C71C6DBE11}" srcOrd="0" destOrd="2" presId="urn:microsoft.com/office/officeart/2005/8/layout/hList1"/>
    <dgm:cxn modelId="{3BBBBA25-7348-4CEC-9B7E-8C193FF0E031}" type="presOf" srcId="{D4FD87A8-3B78-4520-B5AA-06274DED44AB}" destId="{72D27D39-83DF-450C-B60B-BD7F0D1C76EB}" srcOrd="0" destOrd="0" presId="urn:microsoft.com/office/officeart/2005/8/layout/hList1"/>
    <dgm:cxn modelId="{DEA98429-C33E-4FE9-BCB5-284F6A4084A9}" srcId="{6E6ABB99-199F-403A-A46D-CDCEFDFAF467}" destId="{32427AE7-03CC-4963-9E04-54AAF0371052}" srcOrd="0" destOrd="0" parTransId="{6CC3CF50-B73B-4122-8463-9B64ACF4A95B}" sibTransId="{41556E62-BE33-47B4-9BFB-A56E85FB8EA7}"/>
    <dgm:cxn modelId="{F46BBB35-C32F-4D16-89B3-53159925F11A}" type="presOf" srcId="{6F52CA76-659F-473F-8A7A-9048794B6528}" destId="{44472E66-AF64-4CE6-9231-16C71C6DBE11}" srcOrd="0" destOrd="3" presId="urn:microsoft.com/office/officeart/2005/8/layout/hList1"/>
    <dgm:cxn modelId="{E4DF0E3A-EF92-4194-9CCF-4E0D8D1EE217}" type="presOf" srcId="{50888B19-B976-4A2F-9060-4971090EBBF9}" destId="{C3983FE3-A3C8-46C3-9B98-D16AA49B3F5F}" srcOrd="0" destOrd="2" presId="urn:microsoft.com/office/officeart/2005/8/layout/hList1"/>
    <dgm:cxn modelId="{80A48F5C-1D2B-497A-BD86-154A1350B4D0}" srcId="{4FC010DB-F01A-48EB-9FFA-3897613EC45E}" destId="{6F52CA76-659F-473F-8A7A-9048794B6528}" srcOrd="3" destOrd="0" parTransId="{DC15E8B6-FCE9-4D3A-9851-3540D517CC02}" sibTransId="{CF00C11F-B57C-4418-9F49-F1A2A32F6B8A}"/>
    <dgm:cxn modelId="{AD04DD44-FF29-46D8-B404-714E751A509E}" srcId="{62AD7E22-9C2B-47B6-9177-2171B3861B42}" destId="{5C6D0E38-AAD3-4EE8-956F-E37CC184B802}" srcOrd="0" destOrd="0" parTransId="{D031BEF1-AA14-4DE0-9726-1FDA9BEBC622}" sibTransId="{1EB37F9A-0AA2-4201-9ADE-105AF1C62AFD}"/>
    <dgm:cxn modelId="{766D6148-D3EE-4BA7-BD48-F036C019AFE8}" type="presOf" srcId="{7FB2E837-52FF-437C-B845-7F793F13E000}" destId="{493E97E7-FC91-4CD1-BA36-B70BF43696D0}" srcOrd="0" destOrd="2" presId="urn:microsoft.com/office/officeart/2005/8/layout/hList1"/>
    <dgm:cxn modelId="{51A4C66D-591D-4A17-94A1-4551735309A0}" srcId="{187397B6-F9EB-4E0C-9DAD-A5EE7794FB51}" destId="{4FC010DB-F01A-48EB-9FFA-3897613EC45E}" srcOrd="1" destOrd="0" parTransId="{C7F88728-91B9-4F7C-B32F-C4F2276DF644}" sibTransId="{F465AECD-2178-420A-898B-3128B27565A7}"/>
    <dgm:cxn modelId="{726CDB6E-4B6F-4A22-AC8A-378A12043743}" type="presOf" srcId="{06633F87-A34E-4E07-8A4A-6DC6A130C95D}" destId="{C3983FE3-A3C8-46C3-9B98-D16AA49B3F5F}" srcOrd="0" destOrd="1" presId="urn:microsoft.com/office/officeart/2005/8/layout/hList1"/>
    <dgm:cxn modelId="{03A8F24E-4362-4E65-A89B-0B9D9EB414D4}" type="presOf" srcId="{2FAC1901-C453-4151-A7CA-F8064335DEFC}" destId="{493E97E7-FC91-4CD1-BA36-B70BF43696D0}" srcOrd="0" destOrd="1" presId="urn:microsoft.com/office/officeart/2005/8/layout/hList1"/>
    <dgm:cxn modelId="{BF6B2A75-E450-4449-A0D2-5E8F8BF45DF0}" srcId="{6E6ABB99-199F-403A-A46D-CDCEFDFAF467}" destId="{3F15BC5A-546F-4AB1-B93B-C948CE3FCD8D}" srcOrd="3" destOrd="0" parTransId="{BF00D8C9-BE96-4E02-8FC0-B96C91067A03}" sibTransId="{8F1FA577-E1D6-4E7F-A64C-BF729BB0A21C}"/>
    <dgm:cxn modelId="{0FF87F77-6C04-4B98-B047-8442FD4E8D5E}" type="presOf" srcId="{3F15BC5A-546F-4AB1-B93B-C948CE3FCD8D}" destId="{9F954D0E-A787-4BB6-A9E6-2D60420848BB}" srcOrd="0" destOrd="3" presId="urn:microsoft.com/office/officeart/2005/8/layout/hList1"/>
    <dgm:cxn modelId="{BDC79358-62B5-4D93-9F57-3F300DB4F26A}" srcId="{187397B6-F9EB-4E0C-9DAD-A5EE7794FB51}" destId="{62AD7E22-9C2B-47B6-9177-2171B3861B42}" srcOrd="0" destOrd="0" parTransId="{EDC697A5-0287-4C43-B397-DEF5935FFB14}" sibTransId="{BDF11CE1-F0B7-4FCE-9D11-3D44A5605E90}"/>
    <dgm:cxn modelId="{F019337B-32D8-4175-8CA4-F78A2D51F620}" type="presOf" srcId="{F782DEF7-A0FF-45E4-BDFF-CDDBAFFDC3AC}" destId="{9F954D0E-A787-4BB6-A9E6-2D60420848BB}" srcOrd="0" destOrd="2" presId="urn:microsoft.com/office/officeart/2005/8/layout/hList1"/>
    <dgm:cxn modelId="{AA701584-BB79-430A-A8CC-02FA5EC0FC97}" type="presOf" srcId="{187397B6-F9EB-4E0C-9DAD-A5EE7794FB51}" destId="{54135AAD-075F-4E80-BC80-4F685EF0842F}" srcOrd="0" destOrd="0" presId="urn:microsoft.com/office/officeart/2005/8/layout/hList1"/>
    <dgm:cxn modelId="{70C1BC85-190B-4F30-80AF-6F01D51407FC}" srcId="{D4FD87A8-3B78-4520-B5AA-06274DED44AB}" destId="{F6ACF1B0-F771-4E24-BC37-F13557C8F43F}" srcOrd="0" destOrd="0" parTransId="{9AA84AAB-3DC3-4D70-BA80-6DCC131B204B}" sibTransId="{0735CA5B-ABC6-42A9-BBE8-8D5601626EB9}"/>
    <dgm:cxn modelId="{1CCBD78E-9B70-43BE-960C-2415201384F0}" srcId="{6E6ABB99-199F-403A-A46D-CDCEFDFAF467}" destId="{F782DEF7-A0FF-45E4-BDFF-CDDBAFFDC3AC}" srcOrd="2" destOrd="0" parTransId="{C42D8E67-4866-44A9-879A-5C229F8F63F0}" sibTransId="{CA058ECD-6078-4B67-A359-4E7C31287208}"/>
    <dgm:cxn modelId="{90AC68A3-81DA-45C7-8EC8-8392231E40E2}" srcId="{4FC010DB-F01A-48EB-9FFA-3897613EC45E}" destId="{77518D04-AC56-4849-90D3-6B77CD4C37F5}" srcOrd="1" destOrd="0" parTransId="{74847FC8-76EF-4647-BC5A-631D26AD5D5E}" sibTransId="{FCE201F7-382F-4252-A26B-522BCF224979}"/>
    <dgm:cxn modelId="{6CC3EBA5-B672-4313-AE1D-4FD8114EF437}" srcId="{62AD7E22-9C2B-47B6-9177-2171B3861B42}" destId="{06633F87-A34E-4E07-8A4A-6DC6A130C95D}" srcOrd="1" destOrd="0" parTransId="{8439A8EB-1631-42F6-A420-FE2B4762E142}" sibTransId="{56CE5D63-8F21-4E9A-B06D-AE9BA1BA0D39}"/>
    <dgm:cxn modelId="{3A4A05AB-22C4-4A35-B29C-7EC04BA1C19F}" type="presOf" srcId="{5C6D0E38-AAD3-4EE8-956F-E37CC184B802}" destId="{C3983FE3-A3C8-46C3-9B98-D16AA49B3F5F}" srcOrd="0" destOrd="0" presId="urn:microsoft.com/office/officeart/2005/8/layout/hList1"/>
    <dgm:cxn modelId="{799AB0AD-60E8-43B3-B720-A2EF4B81E09F}" srcId="{D4FD87A8-3B78-4520-B5AA-06274DED44AB}" destId="{2FAC1901-C453-4151-A7CA-F8064335DEFC}" srcOrd="1" destOrd="0" parTransId="{BAE2A3A0-8DA0-47F4-B2C4-A9CFB19A5105}" sibTransId="{3F893557-8114-49A2-849B-AA3689F79A82}"/>
    <dgm:cxn modelId="{1E2D38B1-9F88-4151-871C-E29A3317541A}" srcId="{62AD7E22-9C2B-47B6-9177-2171B3861B42}" destId="{50888B19-B976-4A2F-9060-4971090EBBF9}" srcOrd="2" destOrd="0" parTransId="{E262943B-53E0-44DE-8B5B-48E91FDE58D2}" sibTransId="{A1649575-23B9-4CC5-B077-4804E43F053A}"/>
    <dgm:cxn modelId="{D301F6B1-8614-4F9C-93AC-75578942C184}" type="presOf" srcId="{C4EBC4EB-E212-4EC4-BCBC-142622E1FE2E}" destId="{44472E66-AF64-4CE6-9231-16C71C6DBE11}" srcOrd="0" destOrd="0" presId="urn:microsoft.com/office/officeart/2005/8/layout/hList1"/>
    <dgm:cxn modelId="{F1E036C0-A8EB-4CCA-8BA0-A685DCA24DD8}" type="presOf" srcId="{4FC010DB-F01A-48EB-9FFA-3897613EC45E}" destId="{279B1B78-EC81-4159-8B99-6D73128B74DE}" srcOrd="0" destOrd="0" presId="urn:microsoft.com/office/officeart/2005/8/layout/hList1"/>
    <dgm:cxn modelId="{EBE107C8-3572-4937-8309-247DBE3458DC}" srcId="{4FC010DB-F01A-48EB-9FFA-3897613EC45E}" destId="{C4EBC4EB-E212-4EC4-BCBC-142622E1FE2E}" srcOrd="0" destOrd="0" parTransId="{AAF7DF1B-A84E-4C95-AB72-20D0BD9F2C9C}" sibTransId="{026CCCD1-4F5D-4908-BD10-F5C725F3A638}"/>
    <dgm:cxn modelId="{270B46C9-0660-4029-A829-7EAE58077178}" type="presOf" srcId="{6E6ABB99-199F-403A-A46D-CDCEFDFAF467}" destId="{6ABA5AB8-D487-421F-9102-FCBE1C6DC470}" srcOrd="0" destOrd="0" presId="urn:microsoft.com/office/officeart/2005/8/layout/hList1"/>
    <dgm:cxn modelId="{5A0FC0C9-133E-4426-B4D3-F9B302BD8F50}" type="presOf" srcId="{77518D04-AC56-4849-90D3-6B77CD4C37F5}" destId="{44472E66-AF64-4CE6-9231-16C71C6DBE11}" srcOrd="0" destOrd="1" presId="urn:microsoft.com/office/officeart/2005/8/layout/hList1"/>
    <dgm:cxn modelId="{4D4E21D2-6713-4024-B6AB-31E33BEB1BD1}" srcId="{D4FD87A8-3B78-4520-B5AA-06274DED44AB}" destId="{7FB2E837-52FF-437C-B845-7F793F13E000}" srcOrd="2" destOrd="0" parTransId="{14DAAC22-28EC-4D96-A955-48EA5DCBAEFB}" sibTransId="{165329A2-F427-488E-989A-372BB80A1CE8}"/>
    <dgm:cxn modelId="{0C1E7ED8-0026-4DF9-8A4E-A67A51DFA3B4}" srcId="{187397B6-F9EB-4E0C-9DAD-A5EE7794FB51}" destId="{D4FD87A8-3B78-4520-B5AA-06274DED44AB}" srcOrd="2" destOrd="0" parTransId="{2E364E05-0F92-4CA7-9E99-2EFA1939B581}" sibTransId="{579E52E4-7B1A-413F-9219-EEB3811196B3}"/>
    <dgm:cxn modelId="{377527DF-2F9D-4BEA-9D4C-8EDE30083246}" type="presOf" srcId="{F6ACF1B0-F771-4E24-BC37-F13557C8F43F}" destId="{493E97E7-FC91-4CD1-BA36-B70BF43696D0}" srcOrd="0" destOrd="0" presId="urn:microsoft.com/office/officeart/2005/8/layout/hList1"/>
    <dgm:cxn modelId="{98144CE0-902E-498F-9820-5888A4E73157}" srcId="{4FC010DB-F01A-48EB-9FFA-3897613EC45E}" destId="{3D52D756-6975-4F8A-AF7E-FD4943E2B26F}" srcOrd="2" destOrd="0" parTransId="{CFD76A4D-2C34-4FCA-BAA2-275AC9835D35}" sibTransId="{3F1F4B62-7CCC-425B-85CC-5BC5B71E7903}"/>
    <dgm:cxn modelId="{3E3F77E4-5F8E-436A-95AD-29E3B39E3A48}" type="presOf" srcId="{62AD7E22-9C2B-47B6-9177-2171B3861B42}" destId="{6601B7C0-4D31-4E13-9216-BC6E3A3EA318}" srcOrd="0" destOrd="0" presId="urn:microsoft.com/office/officeart/2005/8/layout/hList1"/>
    <dgm:cxn modelId="{F35AF7EC-1A1A-4146-BE60-11086720881D}" srcId="{187397B6-F9EB-4E0C-9DAD-A5EE7794FB51}" destId="{6E6ABB99-199F-403A-A46D-CDCEFDFAF467}" srcOrd="3" destOrd="0" parTransId="{7F2C6339-0B39-4EEB-953F-34B082F2E873}" sibTransId="{20D873C6-A16D-4968-AAF5-307B54DC603E}"/>
    <dgm:cxn modelId="{9F3BEA7A-80E9-4B76-B530-BD6B3614BCB5}" type="presParOf" srcId="{54135AAD-075F-4E80-BC80-4F685EF0842F}" destId="{2CA32283-E44F-4D46-B0C0-D1A966E750F4}" srcOrd="0" destOrd="0" presId="urn:microsoft.com/office/officeart/2005/8/layout/hList1"/>
    <dgm:cxn modelId="{7411BDDA-17CF-4774-9FD8-6F5441D83FCE}" type="presParOf" srcId="{2CA32283-E44F-4D46-B0C0-D1A966E750F4}" destId="{6601B7C0-4D31-4E13-9216-BC6E3A3EA318}" srcOrd="0" destOrd="0" presId="urn:microsoft.com/office/officeart/2005/8/layout/hList1"/>
    <dgm:cxn modelId="{1826F904-AB07-4BAA-866D-1F1DBC4B7016}" type="presParOf" srcId="{2CA32283-E44F-4D46-B0C0-D1A966E750F4}" destId="{C3983FE3-A3C8-46C3-9B98-D16AA49B3F5F}" srcOrd="1" destOrd="0" presId="urn:microsoft.com/office/officeart/2005/8/layout/hList1"/>
    <dgm:cxn modelId="{FFCF0F15-F422-477A-8441-A45347D3BD3D}" type="presParOf" srcId="{54135AAD-075F-4E80-BC80-4F685EF0842F}" destId="{238B3342-067B-4E58-9D89-8E28A98663FB}" srcOrd="1" destOrd="0" presId="urn:microsoft.com/office/officeart/2005/8/layout/hList1"/>
    <dgm:cxn modelId="{678CEE03-0A67-4DBD-AAD7-207C4C98764F}" type="presParOf" srcId="{54135AAD-075F-4E80-BC80-4F685EF0842F}" destId="{95896F41-CAC7-41BD-AE78-017C0BAC4A8B}" srcOrd="2" destOrd="0" presId="urn:microsoft.com/office/officeart/2005/8/layout/hList1"/>
    <dgm:cxn modelId="{A25EF108-8F52-4EB3-8528-52AB6ED110B5}" type="presParOf" srcId="{95896F41-CAC7-41BD-AE78-017C0BAC4A8B}" destId="{279B1B78-EC81-4159-8B99-6D73128B74DE}" srcOrd="0" destOrd="0" presId="urn:microsoft.com/office/officeart/2005/8/layout/hList1"/>
    <dgm:cxn modelId="{BC35000E-F113-4396-826D-FD8ECE9DD0ED}" type="presParOf" srcId="{95896F41-CAC7-41BD-AE78-017C0BAC4A8B}" destId="{44472E66-AF64-4CE6-9231-16C71C6DBE11}" srcOrd="1" destOrd="0" presId="urn:microsoft.com/office/officeart/2005/8/layout/hList1"/>
    <dgm:cxn modelId="{68A27F27-7994-4768-BF15-FD396BECA08F}" type="presParOf" srcId="{54135AAD-075F-4E80-BC80-4F685EF0842F}" destId="{71EBCB18-2857-4B10-94ED-D276749E9230}" srcOrd="3" destOrd="0" presId="urn:microsoft.com/office/officeart/2005/8/layout/hList1"/>
    <dgm:cxn modelId="{A8CC16A7-00F7-451D-8B30-BFBEA28B4254}" type="presParOf" srcId="{54135AAD-075F-4E80-BC80-4F685EF0842F}" destId="{716D1FE3-ABC7-4291-83DF-EB12F1EEAAB9}" srcOrd="4" destOrd="0" presId="urn:microsoft.com/office/officeart/2005/8/layout/hList1"/>
    <dgm:cxn modelId="{BFFAA695-61AB-445D-84E8-2505E5A13D5E}" type="presParOf" srcId="{716D1FE3-ABC7-4291-83DF-EB12F1EEAAB9}" destId="{72D27D39-83DF-450C-B60B-BD7F0D1C76EB}" srcOrd="0" destOrd="0" presId="urn:microsoft.com/office/officeart/2005/8/layout/hList1"/>
    <dgm:cxn modelId="{71835834-62BC-4AB6-A434-77BAEFCE0DE9}" type="presParOf" srcId="{716D1FE3-ABC7-4291-83DF-EB12F1EEAAB9}" destId="{493E97E7-FC91-4CD1-BA36-B70BF43696D0}" srcOrd="1" destOrd="0" presId="urn:microsoft.com/office/officeart/2005/8/layout/hList1"/>
    <dgm:cxn modelId="{006A7E42-7DA8-4AC2-BD6F-CD730398DBC3}" type="presParOf" srcId="{54135AAD-075F-4E80-BC80-4F685EF0842F}" destId="{E8241F25-82DF-4E4A-8123-BBCFD04CFEFE}" srcOrd="5" destOrd="0" presId="urn:microsoft.com/office/officeart/2005/8/layout/hList1"/>
    <dgm:cxn modelId="{078107B2-C3E0-48D7-B060-734E145EA95F}" type="presParOf" srcId="{54135AAD-075F-4E80-BC80-4F685EF0842F}" destId="{68C4ACE3-B87B-4F23-9D5F-C1F7684DEF7E}" srcOrd="6" destOrd="0" presId="urn:microsoft.com/office/officeart/2005/8/layout/hList1"/>
    <dgm:cxn modelId="{76941193-7428-4224-9773-0222B1976CB7}" type="presParOf" srcId="{68C4ACE3-B87B-4F23-9D5F-C1F7684DEF7E}" destId="{6ABA5AB8-D487-421F-9102-FCBE1C6DC470}" srcOrd="0" destOrd="0" presId="urn:microsoft.com/office/officeart/2005/8/layout/hList1"/>
    <dgm:cxn modelId="{10E47101-17C2-4A8C-AE43-E7AE9CE47E52}" type="presParOf" srcId="{68C4ACE3-B87B-4F23-9D5F-C1F7684DEF7E}" destId="{9F954D0E-A787-4BB6-A9E6-2D60420848B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2EB1F-CCE8-47E7-8B50-B530CCE8ACCA}">
      <dsp:nvSpPr>
        <dsp:cNvPr id="0" name=""/>
        <dsp:cNvSpPr/>
      </dsp:nvSpPr>
      <dsp:spPr>
        <a:xfrm rot="1718739">
          <a:off x="1293407" y="2450693"/>
          <a:ext cx="622453" cy="66181"/>
        </a:xfrm>
        <a:custGeom>
          <a:avLst/>
          <a:gdLst/>
          <a:ahLst/>
          <a:cxnLst/>
          <a:rect l="0" t="0" r="0" b="0"/>
          <a:pathLst>
            <a:path>
              <a:moveTo>
                <a:pt x="0" y="33090"/>
              </a:moveTo>
              <a:lnTo>
                <a:pt x="622453" y="33090"/>
              </a:lnTo>
            </a:path>
          </a:pathLst>
        </a:custGeom>
        <a:noFill/>
        <a:ln w="12700" cap="flat" cmpd="sng" algn="ctr">
          <a:solidFill>
            <a:schemeClr val="accent4">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31AA0FE5-75E4-4F46-ACF6-E79F3FE02194}">
      <dsp:nvSpPr>
        <dsp:cNvPr id="0" name=""/>
        <dsp:cNvSpPr/>
      </dsp:nvSpPr>
      <dsp:spPr>
        <a:xfrm rot="19881261">
          <a:off x="1293407" y="1547125"/>
          <a:ext cx="622453" cy="66181"/>
        </a:xfrm>
        <a:custGeom>
          <a:avLst/>
          <a:gdLst/>
          <a:ahLst/>
          <a:cxnLst/>
          <a:rect l="0" t="0" r="0" b="0"/>
          <a:pathLst>
            <a:path>
              <a:moveTo>
                <a:pt x="0" y="33090"/>
              </a:moveTo>
              <a:lnTo>
                <a:pt x="622453" y="33090"/>
              </a:lnTo>
            </a:path>
          </a:pathLst>
        </a:custGeom>
        <a:noFill/>
        <a:ln w="12700" cap="flat" cmpd="sng" algn="ctr">
          <a:solidFill>
            <a:schemeClr val="accent4">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346F2E6-4DD9-49E1-92ED-B3D65F9E104E}">
      <dsp:nvSpPr>
        <dsp:cNvPr id="0" name=""/>
        <dsp:cNvSpPr/>
      </dsp:nvSpPr>
      <dsp:spPr>
        <a:xfrm>
          <a:off x="35703" y="1187163"/>
          <a:ext cx="1523367" cy="1582653"/>
        </a:xfrm>
        <a:prstGeom prst="ellipse">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09D1C932-16F9-405D-A6AD-F9B6C3706CF9}">
      <dsp:nvSpPr>
        <dsp:cNvPr id="0" name=""/>
        <dsp:cNvSpPr/>
      </dsp:nvSpPr>
      <dsp:spPr>
        <a:xfrm>
          <a:off x="1819653" y="728607"/>
          <a:ext cx="949592" cy="949592"/>
        </a:xfrm>
        <a:prstGeom prst="ellipse">
          <a:avLst/>
        </a:prstGeom>
        <a:solidFill>
          <a:schemeClr val="accent4">
            <a:hueOff val="4900445"/>
            <a:satOff val="-20388"/>
            <a:lumOff val="480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PENDING</a:t>
          </a:r>
        </a:p>
      </dsp:txBody>
      <dsp:txXfrm>
        <a:off x="1958718" y="867672"/>
        <a:ext cx="671462" cy="671462"/>
      </dsp:txXfrm>
    </dsp:sp>
    <dsp:sp modelId="{4E38E851-5151-4470-A62B-BB1747E4A0C4}">
      <dsp:nvSpPr>
        <dsp:cNvPr id="0" name=""/>
        <dsp:cNvSpPr/>
      </dsp:nvSpPr>
      <dsp:spPr>
        <a:xfrm>
          <a:off x="2864204" y="728607"/>
          <a:ext cx="1424388" cy="949592"/>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err="1">
              <a:latin typeface="Arial" panose="020B0604020202020204" pitchFamily="34" charset="0"/>
              <a:cs typeface="Arial" panose="020B0604020202020204" pitchFamily="34" charset="0"/>
            </a:rPr>
            <a:t>Quét</a:t>
          </a:r>
          <a:r>
            <a:rPr lang="en-US" sz="1600" kern="1200" dirty="0">
              <a:latin typeface="Arial" panose="020B0604020202020204" pitchFamily="34" charset="0"/>
              <a:cs typeface="Arial" panose="020B0604020202020204" pitchFamily="34" charset="0"/>
            </a:rPr>
            <a:t> chip </a:t>
          </a:r>
          <a:r>
            <a:rPr lang="en-US" sz="1600" kern="1200" dirty="0" err="1">
              <a:latin typeface="Arial" panose="020B0604020202020204" pitchFamily="34" charset="0"/>
              <a:cs typeface="Arial" panose="020B0604020202020204" pitchFamily="34" charset="0"/>
            </a:rPr>
            <a:t>lấy</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ảnh</a:t>
          </a:r>
          <a:r>
            <a:rPr lang="en-US" sz="1600" kern="1200" dirty="0">
              <a:latin typeface="Arial" panose="020B0604020202020204" pitchFamily="34" charset="0"/>
              <a:cs typeface="Arial" panose="020B0604020202020204" pitchFamily="34" charset="0"/>
            </a:rPr>
            <a:t> DG2 </a:t>
          </a:r>
          <a:r>
            <a:rPr lang="en-US" sz="1600" kern="1200" dirty="0" err="1">
              <a:latin typeface="Arial" panose="020B0604020202020204" pitchFamily="34" charset="0"/>
              <a:cs typeface="Arial" panose="020B0604020202020204" pitchFamily="34" charset="0"/>
            </a:rPr>
            <a:t>làm</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khuôn</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mẫu</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gốc</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tham</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chiếu</a:t>
          </a:r>
          <a:r>
            <a:rPr lang="en-US" sz="1600" kern="1200" dirty="0">
              <a:latin typeface="Arial" panose="020B0604020202020204" pitchFamily="34" charset="0"/>
              <a:cs typeface="Arial" panose="020B0604020202020204" pitchFamily="34" charset="0"/>
            </a:rPr>
            <a:t>.</a:t>
          </a:r>
          <a:endParaRPr lang="en-US" sz="1600" kern="1200" dirty="0"/>
        </a:p>
      </dsp:txBody>
      <dsp:txXfrm>
        <a:off x="2864204" y="728607"/>
        <a:ext cx="1424388" cy="949592"/>
      </dsp:txXfrm>
    </dsp:sp>
    <dsp:sp modelId="{EB172D18-A3AA-4B62-9CFA-BBFBCEDFDF56}">
      <dsp:nvSpPr>
        <dsp:cNvPr id="0" name=""/>
        <dsp:cNvSpPr/>
      </dsp:nvSpPr>
      <dsp:spPr>
        <a:xfrm>
          <a:off x="1819653" y="2385800"/>
          <a:ext cx="949592" cy="949592"/>
        </a:xfrm>
        <a:prstGeom prst="ellipse">
          <a:avLst/>
        </a:prstGeom>
        <a:solidFill>
          <a:schemeClr val="accent4">
            <a:hueOff val="9800891"/>
            <a:satOff val="-40777"/>
            <a:lumOff val="960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ACTIVE</a:t>
          </a:r>
        </a:p>
      </dsp:txBody>
      <dsp:txXfrm>
        <a:off x="1958718" y="2524865"/>
        <a:ext cx="671462" cy="671462"/>
      </dsp:txXfrm>
    </dsp:sp>
    <dsp:sp modelId="{5C9E6ADB-8FCE-4CCE-97F3-6247359DB5F7}">
      <dsp:nvSpPr>
        <dsp:cNvPr id="0" name=""/>
        <dsp:cNvSpPr/>
      </dsp:nvSpPr>
      <dsp:spPr>
        <a:xfrm>
          <a:off x="2864204" y="2385800"/>
          <a:ext cx="1424388" cy="949592"/>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err="1">
              <a:latin typeface="Arial" panose="020B0604020202020204" pitchFamily="34" charset="0"/>
              <a:cs typeface="Arial" panose="020B0604020202020204" pitchFamily="34" charset="0"/>
            </a:rPr>
            <a:t>Truy</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xuất</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trực</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tiếp</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ảnh</a:t>
          </a:r>
          <a:r>
            <a:rPr lang="en-US" sz="1600" kern="1200" dirty="0">
              <a:latin typeface="Arial" panose="020B0604020202020204" pitchFamily="34" charset="0"/>
              <a:cs typeface="Arial" panose="020B0604020202020204" pitchFamily="34" charset="0"/>
            </a:rPr>
            <a:t> chip </a:t>
          </a:r>
          <a:r>
            <a:rPr lang="en-US" sz="1600" kern="1200" dirty="0" err="1">
              <a:latin typeface="Arial" panose="020B0604020202020204" pitchFamily="34" charset="0"/>
              <a:cs typeface="Arial" panose="020B0604020202020204" pitchFamily="34" charset="0"/>
            </a:rPr>
            <a:t>mẫu</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từ</a:t>
          </a:r>
          <a:r>
            <a:rPr lang="en-US" sz="1600" kern="1200" dirty="0">
              <a:latin typeface="Arial" panose="020B0604020202020204" pitchFamily="34" charset="0"/>
              <a:cs typeface="Arial" panose="020B0604020202020204" pitchFamily="34" charset="0"/>
            </a:rPr>
            <a:t> CSDL </a:t>
          </a:r>
          <a:r>
            <a:rPr lang="en-US" sz="1600" kern="1200" dirty="0" err="1">
              <a:latin typeface="Arial" panose="020B0604020202020204" pitchFamily="34" charset="0"/>
              <a:cs typeface="Arial" panose="020B0604020202020204" pitchFamily="34" charset="0"/>
            </a:rPr>
            <a:t>để</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đối</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soát</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nhanh</a:t>
          </a:r>
          <a:r>
            <a:rPr lang="en-US" sz="1600" kern="1200" dirty="0">
              <a:latin typeface="Arial" panose="020B0604020202020204" pitchFamily="34" charset="0"/>
              <a:cs typeface="Arial" panose="020B0604020202020204" pitchFamily="34" charset="0"/>
            </a:rPr>
            <a:t>.</a:t>
          </a:r>
          <a:endParaRPr lang="en-US" sz="1600" kern="1200" dirty="0"/>
        </a:p>
      </dsp:txBody>
      <dsp:txXfrm>
        <a:off x="2864204" y="2385800"/>
        <a:ext cx="1424388" cy="9495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01B7C0-4D31-4E13-9216-BC6E3A3EA318}">
      <dsp:nvSpPr>
        <dsp:cNvPr id="0" name=""/>
        <dsp:cNvSpPr/>
      </dsp:nvSpPr>
      <dsp:spPr>
        <a:xfrm>
          <a:off x="3357" y="222765"/>
          <a:ext cx="2018970" cy="807588"/>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err="1">
              <a:solidFill>
                <a:schemeClr val="tx1"/>
              </a:solidFill>
            </a:rPr>
            <a:t>Trạm</a:t>
          </a:r>
          <a:r>
            <a:rPr lang="en-US" sz="1800" b="1" kern="1200" dirty="0">
              <a:solidFill>
                <a:schemeClr val="tx1"/>
              </a:solidFill>
            </a:rPr>
            <a:t> </a:t>
          </a:r>
          <a:r>
            <a:rPr lang="en-US" sz="1800" b="1" kern="1200" dirty="0" err="1">
              <a:solidFill>
                <a:schemeClr val="tx1"/>
              </a:solidFill>
            </a:rPr>
            <a:t>đầu</a:t>
          </a:r>
          <a:r>
            <a:rPr lang="en-US" sz="1800" b="1" kern="1200" dirty="0">
              <a:solidFill>
                <a:schemeClr val="tx1"/>
              </a:solidFill>
            </a:rPr>
            <a:t> </a:t>
          </a:r>
          <a:r>
            <a:rPr lang="en-US" sz="1800" b="1" kern="1200" dirty="0" err="1">
              <a:solidFill>
                <a:schemeClr val="tx1"/>
              </a:solidFill>
            </a:rPr>
            <a:t>cuối</a:t>
          </a:r>
          <a:endParaRPr lang="en-US" sz="1800" b="1" kern="1200" dirty="0">
            <a:solidFill>
              <a:schemeClr val="tx1"/>
            </a:solidFill>
          </a:endParaRPr>
        </a:p>
      </dsp:txBody>
      <dsp:txXfrm>
        <a:off x="3357" y="222765"/>
        <a:ext cx="2018970" cy="807588"/>
      </dsp:txXfrm>
    </dsp:sp>
    <dsp:sp modelId="{C3983FE3-A3C8-46C3-9B98-D16AA49B3F5F}">
      <dsp:nvSpPr>
        <dsp:cNvPr id="0" name=""/>
        <dsp:cNvSpPr/>
      </dsp:nvSpPr>
      <dsp:spPr>
        <a:xfrm>
          <a:off x="3357" y="1030354"/>
          <a:ext cx="2018970" cy="2810880"/>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vi-VN" sz="1800" kern="1200" dirty="0"/>
            <a:t>Flutter &amp; Dart</a:t>
          </a:r>
          <a:endParaRPr lang="en-US" sz="1800" kern="1200" dirty="0"/>
        </a:p>
        <a:p>
          <a:pPr marL="171450" lvl="1" indent="-171450" algn="l" defTabSz="800100">
            <a:lnSpc>
              <a:spcPct val="90000"/>
            </a:lnSpc>
            <a:spcBef>
              <a:spcPct val="0"/>
            </a:spcBef>
            <a:spcAft>
              <a:spcPct val="15000"/>
            </a:spcAft>
            <a:buChar char="•"/>
          </a:pPr>
          <a:r>
            <a:rPr lang="vi-VN" sz="1800" kern="1200" dirty="0"/>
            <a:t>Thư viện dmrtd Core (NFC)</a:t>
          </a:r>
          <a:endParaRPr lang="en-US" sz="1800" kern="1200" dirty="0"/>
        </a:p>
        <a:p>
          <a:pPr marL="171450" lvl="1" indent="-171450" algn="l" defTabSz="800100">
            <a:lnSpc>
              <a:spcPct val="90000"/>
            </a:lnSpc>
            <a:spcBef>
              <a:spcPct val="0"/>
            </a:spcBef>
            <a:spcAft>
              <a:spcPct val="15000"/>
            </a:spcAft>
            <a:buChar char="•"/>
          </a:pPr>
          <a:r>
            <a:rPr lang="vi-VN" sz="1800" kern="1200" dirty="0"/>
            <a:t>Mô hình MobileFaceNet</a:t>
          </a:r>
          <a:endParaRPr lang="en-US" sz="1800" kern="1200" dirty="0"/>
        </a:p>
      </dsp:txBody>
      <dsp:txXfrm>
        <a:off x="3357" y="1030354"/>
        <a:ext cx="2018970" cy="2810880"/>
      </dsp:txXfrm>
    </dsp:sp>
    <dsp:sp modelId="{279B1B78-EC81-4159-8B99-6D73128B74DE}">
      <dsp:nvSpPr>
        <dsp:cNvPr id="0" name=""/>
        <dsp:cNvSpPr/>
      </dsp:nvSpPr>
      <dsp:spPr>
        <a:xfrm>
          <a:off x="2304983" y="222765"/>
          <a:ext cx="2018970" cy="807588"/>
        </a:xfrm>
        <a:prstGeom prst="rect">
          <a:avLst/>
        </a:prstGeom>
        <a:solidFill>
          <a:schemeClr val="accent4">
            <a:hueOff val="3266964"/>
            <a:satOff val="-13592"/>
            <a:lumOff val="3203"/>
            <a:alphaOff val="0"/>
          </a:schemeClr>
        </a:solidFill>
        <a:ln w="12700" cap="flat" cmpd="sng" algn="ctr">
          <a:solidFill>
            <a:schemeClr val="accent4">
              <a:hueOff val="3266964"/>
              <a:satOff val="-13592"/>
              <a:lumOff val="320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err="1">
              <a:solidFill>
                <a:schemeClr val="tx1"/>
              </a:solidFill>
            </a:rPr>
            <a:t>Máy</a:t>
          </a:r>
          <a:r>
            <a:rPr lang="en-US" sz="1800" b="1" kern="1200" dirty="0">
              <a:solidFill>
                <a:schemeClr val="tx1"/>
              </a:solidFill>
            </a:rPr>
            <a:t> </a:t>
          </a:r>
          <a:r>
            <a:rPr lang="en-US" sz="1800" b="1" kern="1200" dirty="0" err="1">
              <a:solidFill>
                <a:schemeClr val="tx1"/>
              </a:solidFill>
            </a:rPr>
            <a:t>chủ</a:t>
          </a:r>
          <a:r>
            <a:rPr lang="en-US" sz="1800" b="1" kern="1200" dirty="0">
              <a:solidFill>
                <a:schemeClr val="tx1"/>
              </a:solidFill>
            </a:rPr>
            <a:t> </a:t>
          </a:r>
          <a:r>
            <a:rPr lang="en-US" sz="1800" b="1" kern="1200" dirty="0" err="1">
              <a:solidFill>
                <a:schemeClr val="tx1"/>
              </a:solidFill>
            </a:rPr>
            <a:t>trung</a:t>
          </a:r>
          <a:r>
            <a:rPr lang="en-US" sz="1800" b="1" kern="1200" dirty="0">
              <a:solidFill>
                <a:schemeClr val="tx1"/>
              </a:solidFill>
            </a:rPr>
            <a:t> </a:t>
          </a:r>
          <a:r>
            <a:rPr lang="en-US" sz="1800" b="1" kern="1200" dirty="0" err="1">
              <a:solidFill>
                <a:schemeClr val="tx1"/>
              </a:solidFill>
            </a:rPr>
            <a:t>tâm</a:t>
          </a:r>
          <a:endParaRPr lang="en-US" sz="1800" b="1" kern="1200" dirty="0">
            <a:solidFill>
              <a:schemeClr val="tx1"/>
            </a:solidFill>
          </a:endParaRPr>
        </a:p>
      </dsp:txBody>
      <dsp:txXfrm>
        <a:off x="2304983" y="222765"/>
        <a:ext cx="2018970" cy="807588"/>
      </dsp:txXfrm>
    </dsp:sp>
    <dsp:sp modelId="{44472E66-AF64-4CE6-9231-16C71C6DBE11}">
      <dsp:nvSpPr>
        <dsp:cNvPr id="0" name=""/>
        <dsp:cNvSpPr/>
      </dsp:nvSpPr>
      <dsp:spPr>
        <a:xfrm>
          <a:off x="2304983" y="1030354"/>
          <a:ext cx="2018970" cy="2810880"/>
        </a:xfrm>
        <a:prstGeom prst="rect">
          <a:avLst/>
        </a:prstGeom>
        <a:solidFill>
          <a:schemeClr val="accent4">
            <a:tint val="40000"/>
            <a:alpha val="90000"/>
            <a:hueOff val="3620642"/>
            <a:satOff val="-17082"/>
            <a:lumOff val="-617"/>
            <a:alphaOff val="0"/>
          </a:schemeClr>
        </a:solidFill>
        <a:ln w="12700" cap="flat" cmpd="sng" algn="ctr">
          <a:solidFill>
            <a:schemeClr val="accent4">
              <a:tint val="40000"/>
              <a:alpha val="90000"/>
              <a:hueOff val="3620642"/>
              <a:satOff val="-17082"/>
              <a:lumOff val="-61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Java Spring Boot</a:t>
          </a:r>
        </a:p>
        <a:p>
          <a:pPr marL="171450" lvl="1" indent="-171450" algn="l" defTabSz="800100">
            <a:lnSpc>
              <a:spcPct val="90000"/>
            </a:lnSpc>
            <a:spcBef>
              <a:spcPct val="0"/>
            </a:spcBef>
            <a:spcAft>
              <a:spcPct val="15000"/>
            </a:spcAft>
            <a:buChar char="•"/>
          </a:pPr>
          <a:r>
            <a:rPr lang="en-US" sz="1800" kern="1200" dirty="0"/>
            <a:t>Spring Security &amp; JWT</a:t>
          </a:r>
        </a:p>
        <a:p>
          <a:pPr marL="171450" lvl="1" indent="-171450" algn="l" defTabSz="800100">
            <a:lnSpc>
              <a:spcPct val="90000"/>
            </a:lnSpc>
            <a:spcBef>
              <a:spcPct val="0"/>
            </a:spcBef>
            <a:spcAft>
              <a:spcPct val="15000"/>
            </a:spcAft>
            <a:buChar char="•"/>
          </a:pPr>
          <a:r>
            <a:rPr lang="en-US" sz="1800" kern="1200" dirty="0"/>
            <a:t>Prisma &amp; MySQL</a:t>
          </a:r>
        </a:p>
        <a:p>
          <a:pPr marL="171450" lvl="1" indent="-171450" algn="l" defTabSz="800100">
            <a:lnSpc>
              <a:spcPct val="90000"/>
            </a:lnSpc>
            <a:spcBef>
              <a:spcPct val="0"/>
            </a:spcBef>
            <a:spcAft>
              <a:spcPct val="15000"/>
            </a:spcAft>
            <a:buChar char="•"/>
          </a:pPr>
          <a:endParaRPr lang="en-US" sz="1800" kern="1200" dirty="0"/>
        </a:p>
      </dsp:txBody>
      <dsp:txXfrm>
        <a:off x="2304983" y="1030354"/>
        <a:ext cx="2018970" cy="2810880"/>
      </dsp:txXfrm>
    </dsp:sp>
    <dsp:sp modelId="{72D27D39-83DF-450C-B60B-BD7F0D1C76EB}">
      <dsp:nvSpPr>
        <dsp:cNvPr id="0" name=""/>
        <dsp:cNvSpPr/>
      </dsp:nvSpPr>
      <dsp:spPr>
        <a:xfrm>
          <a:off x="4606609" y="222765"/>
          <a:ext cx="2018970" cy="807588"/>
        </a:xfrm>
        <a:prstGeom prst="rect">
          <a:avLst/>
        </a:prstGeom>
        <a:solidFill>
          <a:schemeClr val="accent4">
            <a:hueOff val="6533927"/>
            <a:satOff val="-27185"/>
            <a:lumOff val="6405"/>
            <a:alphaOff val="0"/>
          </a:schemeClr>
        </a:solidFill>
        <a:ln w="12700" cap="flat" cmpd="sng" algn="ctr">
          <a:solidFill>
            <a:schemeClr val="accent4">
              <a:hueOff val="6533927"/>
              <a:satOff val="-27185"/>
              <a:lumOff val="64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rPr>
            <a:t>Trí </a:t>
          </a:r>
          <a:r>
            <a:rPr lang="en-US" sz="1800" b="1" kern="1200" dirty="0" err="1">
              <a:solidFill>
                <a:schemeClr val="tx1"/>
              </a:solidFill>
            </a:rPr>
            <a:t>tuệ</a:t>
          </a:r>
          <a:r>
            <a:rPr lang="en-US" sz="1800" b="1" kern="1200" dirty="0">
              <a:solidFill>
                <a:schemeClr val="tx1"/>
              </a:solidFill>
            </a:rPr>
            <a:t> </a:t>
          </a:r>
          <a:r>
            <a:rPr lang="en-US" sz="1800" b="1" kern="1200" dirty="0" err="1">
              <a:solidFill>
                <a:schemeClr val="tx1"/>
              </a:solidFill>
            </a:rPr>
            <a:t>nhân</a:t>
          </a:r>
          <a:r>
            <a:rPr lang="en-US" sz="1800" b="1" kern="1200" dirty="0">
              <a:solidFill>
                <a:schemeClr val="tx1"/>
              </a:solidFill>
            </a:rPr>
            <a:t> </a:t>
          </a:r>
          <a:r>
            <a:rPr lang="en-US" sz="1800" b="1" kern="1200" dirty="0" err="1">
              <a:solidFill>
                <a:schemeClr val="tx1"/>
              </a:solidFill>
            </a:rPr>
            <a:t>tạo</a:t>
          </a:r>
          <a:endParaRPr lang="en-US" sz="1800" b="1" kern="1200" dirty="0">
            <a:solidFill>
              <a:schemeClr val="tx1"/>
            </a:solidFill>
          </a:endParaRPr>
        </a:p>
      </dsp:txBody>
      <dsp:txXfrm>
        <a:off x="4606609" y="222765"/>
        <a:ext cx="2018970" cy="807588"/>
      </dsp:txXfrm>
    </dsp:sp>
    <dsp:sp modelId="{493E97E7-FC91-4CD1-BA36-B70BF43696D0}">
      <dsp:nvSpPr>
        <dsp:cNvPr id="0" name=""/>
        <dsp:cNvSpPr/>
      </dsp:nvSpPr>
      <dsp:spPr>
        <a:xfrm>
          <a:off x="4606609" y="1030354"/>
          <a:ext cx="2018970" cy="2810880"/>
        </a:xfrm>
        <a:prstGeom prst="rect">
          <a:avLst/>
        </a:prstGeom>
        <a:solidFill>
          <a:schemeClr val="accent4">
            <a:tint val="40000"/>
            <a:alpha val="90000"/>
            <a:hueOff val="7241284"/>
            <a:satOff val="-34163"/>
            <a:lumOff val="-1234"/>
            <a:alphaOff val="0"/>
          </a:schemeClr>
        </a:solidFill>
        <a:ln w="12700" cap="flat" cmpd="sng" algn="ctr">
          <a:solidFill>
            <a:schemeClr val="accent4">
              <a:tint val="40000"/>
              <a:alpha val="90000"/>
              <a:hueOff val="7241284"/>
              <a:satOff val="-34163"/>
              <a:lumOff val="-123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Python Flask</a:t>
          </a:r>
        </a:p>
        <a:p>
          <a:pPr marL="171450" lvl="1" indent="-171450" algn="l" defTabSz="800100">
            <a:lnSpc>
              <a:spcPct val="90000"/>
            </a:lnSpc>
            <a:spcBef>
              <a:spcPct val="0"/>
            </a:spcBef>
            <a:spcAft>
              <a:spcPct val="15000"/>
            </a:spcAft>
            <a:buChar char="•"/>
          </a:pPr>
          <a:r>
            <a:rPr lang="en-US" sz="1800" kern="1200" dirty="0" err="1"/>
            <a:t>Mô</a:t>
          </a:r>
          <a:r>
            <a:rPr lang="en-US" sz="1800" kern="1200" dirty="0"/>
            <a:t> </a:t>
          </a:r>
          <a:r>
            <a:rPr lang="en-US" sz="1800" kern="1200" dirty="0" err="1"/>
            <a:t>hình</a:t>
          </a:r>
          <a:r>
            <a:rPr lang="en-US" sz="1800" kern="1200" dirty="0"/>
            <a:t> </a:t>
          </a:r>
          <a:r>
            <a:rPr lang="en-US" sz="1800" kern="1200" dirty="0" err="1"/>
            <a:t>ArcFace</a:t>
          </a:r>
          <a:r>
            <a:rPr lang="en-US" sz="1800" kern="1200" dirty="0"/>
            <a:t> (</a:t>
          </a:r>
          <a:r>
            <a:rPr lang="en-US" sz="1800" kern="1200" dirty="0" err="1"/>
            <a:t>InsightFace</a:t>
          </a:r>
          <a:r>
            <a:rPr lang="en-US" sz="1800" kern="1200" dirty="0"/>
            <a:t>)</a:t>
          </a:r>
        </a:p>
        <a:p>
          <a:pPr marL="171450" lvl="1" indent="-171450" algn="l" defTabSz="800100">
            <a:lnSpc>
              <a:spcPct val="90000"/>
            </a:lnSpc>
            <a:spcBef>
              <a:spcPct val="0"/>
            </a:spcBef>
            <a:spcAft>
              <a:spcPct val="15000"/>
            </a:spcAft>
            <a:buChar char="•"/>
          </a:pPr>
          <a:r>
            <a:rPr lang="en-US" sz="1800" kern="1200" dirty="0"/>
            <a:t>ONNX Runtime</a:t>
          </a:r>
        </a:p>
      </dsp:txBody>
      <dsp:txXfrm>
        <a:off x="4606609" y="1030354"/>
        <a:ext cx="2018970" cy="2810880"/>
      </dsp:txXfrm>
    </dsp:sp>
    <dsp:sp modelId="{6ABA5AB8-D487-421F-9102-FCBE1C6DC470}">
      <dsp:nvSpPr>
        <dsp:cNvPr id="0" name=""/>
        <dsp:cNvSpPr/>
      </dsp:nvSpPr>
      <dsp:spPr>
        <a:xfrm>
          <a:off x="6908235" y="222765"/>
          <a:ext cx="2018970" cy="807588"/>
        </a:xfrm>
        <a:prstGeom prst="rect">
          <a:avLst/>
        </a:prstGeom>
        <a:solidFill>
          <a:schemeClr val="accent4">
            <a:hueOff val="9800891"/>
            <a:satOff val="-40777"/>
            <a:lumOff val="9608"/>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vi-VN" sz="1800" b="1" kern="1200" dirty="0">
              <a:solidFill>
                <a:schemeClr val="tx1"/>
              </a:solidFill>
            </a:rPr>
            <a:t>Đường ống Truyền thông &amp; Ngoại vi</a:t>
          </a:r>
          <a:endParaRPr lang="en-US" sz="1800" b="1" kern="1200" dirty="0">
            <a:solidFill>
              <a:schemeClr val="tx1"/>
            </a:solidFill>
          </a:endParaRPr>
        </a:p>
      </dsp:txBody>
      <dsp:txXfrm>
        <a:off x="6908235" y="222765"/>
        <a:ext cx="2018970" cy="807588"/>
      </dsp:txXfrm>
    </dsp:sp>
    <dsp:sp modelId="{9F954D0E-A787-4BB6-A9E6-2D60420848BB}">
      <dsp:nvSpPr>
        <dsp:cNvPr id="0" name=""/>
        <dsp:cNvSpPr/>
      </dsp:nvSpPr>
      <dsp:spPr>
        <a:xfrm>
          <a:off x="6908235" y="1030354"/>
          <a:ext cx="2018970" cy="2810880"/>
        </a:xfrm>
        <a:prstGeom prst="rect">
          <a:avLst/>
        </a:prstGeom>
        <a:solidFill>
          <a:schemeClr val="accent4">
            <a:tint val="40000"/>
            <a:alpha val="90000"/>
            <a:hueOff val="10861925"/>
            <a:satOff val="-51245"/>
            <a:lumOff val="-1851"/>
            <a:alphaOff val="0"/>
          </a:schemeClr>
        </a:solidFill>
        <a:ln w="12700" cap="flat" cmpd="sng" algn="ctr">
          <a:solidFill>
            <a:schemeClr val="accent4">
              <a:tint val="40000"/>
              <a:alpha val="90000"/>
              <a:hueOff val="10861925"/>
              <a:satOff val="-51245"/>
              <a:lumOff val="-18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MQTT Broker (</a:t>
          </a:r>
          <a:r>
            <a:rPr lang="en-US" sz="1800" kern="1200" dirty="0" err="1"/>
            <a:t>HiveMQ</a:t>
          </a:r>
          <a:r>
            <a:rPr lang="en-US" sz="1800" kern="1200" dirty="0"/>
            <a:t> Cloud)</a:t>
          </a:r>
        </a:p>
        <a:p>
          <a:pPr marL="171450" lvl="1" indent="-171450" algn="l" defTabSz="800100">
            <a:lnSpc>
              <a:spcPct val="90000"/>
            </a:lnSpc>
            <a:spcBef>
              <a:spcPct val="0"/>
            </a:spcBef>
            <a:spcAft>
              <a:spcPct val="15000"/>
            </a:spcAft>
            <a:buChar char="•"/>
          </a:pPr>
          <a:r>
            <a:rPr lang="en-US" sz="1800" kern="1200" dirty="0" err="1"/>
            <a:t>Phần</a:t>
          </a:r>
          <a:r>
            <a:rPr lang="en-US" sz="1800" kern="1200" dirty="0"/>
            <a:t> </a:t>
          </a:r>
          <a:r>
            <a:rPr lang="en-US" sz="1800" kern="1200" dirty="0" err="1"/>
            <a:t>cứng</a:t>
          </a:r>
          <a:r>
            <a:rPr lang="en-US" sz="1800" kern="1200" dirty="0"/>
            <a:t> ESP32, </a:t>
          </a:r>
          <a:r>
            <a:rPr lang="en-US" sz="1800" kern="1200" dirty="0" err="1"/>
            <a:t>Rơ</a:t>
          </a:r>
          <a:r>
            <a:rPr lang="en-US" sz="1800" kern="1200" dirty="0"/>
            <a:t>-le</a:t>
          </a:r>
        </a:p>
        <a:p>
          <a:pPr marL="171450" lvl="1" indent="-171450" algn="l" defTabSz="800100">
            <a:lnSpc>
              <a:spcPct val="90000"/>
            </a:lnSpc>
            <a:spcBef>
              <a:spcPct val="0"/>
            </a:spcBef>
            <a:spcAft>
              <a:spcPct val="15000"/>
            </a:spcAft>
            <a:buChar char="•"/>
          </a:pPr>
          <a:endParaRPr lang="en-US" sz="1800" kern="1200" dirty="0"/>
        </a:p>
        <a:p>
          <a:pPr marL="171450" lvl="1" indent="-171450" algn="l" defTabSz="800100">
            <a:lnSpc>
              <a:spcPct val="90000"/>
            </a:lnSpc>
            <a:spcBef>
              <a:spcPct val="0"/>
            </a:spcBef>
            <a:spcAft>
              <a:spcPct val="15000"/>
            </a:spcAft>
            <a:buChar char="•"/>
          </a:pPr>
          <a:r>
            <a:rPr lang="en-US" sz="1800" kern="1200" dirty="0"/>
            <a:t>Dashboard: Giao </a:t>
          </a:r>
          <a:r>
            <a:rPr lang="en-US" sz="1800" kern="1200" dirty="0" err="1"/>
            <a:t>thức</a:t>
          </a:r>
          <a:r>
            <a:rPr lang="en-US" sz="1800" kern="1200" dirty="0"/>
            <a:t> WebSocket STOMP</a:t>
          </a:r>
        </a:p>
      </dsp:txBody>
      <dsp:txXfrm>
        <a:off x="6908235" y="1030354"/>
        <a:ext cx="2018970" cy="2810880"/>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7/13/2026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7/13/2026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7/13/2026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7/13/2026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7/13/2026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7/13/2026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7/13/2026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313388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7/13/2026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7/13/2026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7/13/2026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7/13/2026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7/13/2026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83" r:id="rId5"/>
    <p:sldLayoutId id="2147483676" r:id="rId6"/>
    <p:sldLayoutId id="2147483679" r:id="rId7"/>
    <p:sldLayoutId id="2147483680" r:id="rId8"/>
    <p:sldLayoutId id="2147483681" r:id="rId9"/>
    <p:sldLayoutId id="2147483682" r:id="rId10"/>
    <p:sldLayoutId id="214748367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3.xml"/><Relationship Id="rId7" Type="http://schemas.openxmlformats.org/officeDocument/2006/relationships/image" Target="../media/image15.png"/><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image" Target="../media/image18.svg"/><Relationship Id="rId4" Type="http://schemas.openxmlformats.org/officeDocument/2006/relationships/diagramQuickStyle" Target="../diagrams/quickStyle3.xml"/><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png"/><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hyperlink" Target="https://drive.google.com/file/d/1RKhsmWK7lhiAqmwSiJq6qBuedRDNt4g5/view?usp=sharing" TargetMode="Externa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1997239"/>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a:latin typeface="Arial" panose="020B0604020202020204" pitchFamily="34" charset="0"/>
                <a:cs typeface="Arial" panose="020B0604020202020204" pitchFamily="34" charset="0"/>
              </a:rPr>
              <a:t>ĐỒ ÁN TỐT NGHIỆP</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004603"/>
            <a:ext cx="7891234"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dirty="0">
                <a:latin typeface="Arial" panose="020B0604020202020204" pitchFamily="34" charset="0"/>
                <a:cs typeface="Arial" panose="020B0604020202020204" pitchFamily="34" charset="0"/>
              </a:rPr>
              <a:t>NGHIÊN CỨU GIẢI PHÁP QUẢN LÝ RA VÀO TỪ XA TÍCH HỢP CĂN CƯỚC CÔNG DÂN</a:t>
            </a:r>
          </a:p>
        </p:txBody>
      </p:sp>
      <p:sp>
        <p:nvSpPr>
          <p:cNvPr id="2" name="TextBox 1">
            <a:extLst>
              <a:ext uri="{FF2B5EF4-FFF2-40B4-BE49-F238E27FC236}">
                <a16:creationId xmlns:a16="http://schemas.microsoft.com/office/drawing/2014/main" id="{9BB5E2AC-B981-FE37-F416-12239A68409A}"/>
              </a:ext>
            </a:extLst>
          </p:cNvPr>
          <p:cNvSpPr txBox="1"/>
          <p:nvPr/>
        </p:nvSpPr>
        <p:spPr>
          <a:xfrm>
            <a:off x="413012" y="4282556"/>
            <a:ext cx="6556955" cy="923330"/>
          </a:xfrm>
          <a:prstGeom prst="rect">
            <a:avLst/>
          </a:prstGeom>
          <a:noFill/>
        </p:spPr>
        <p:txBody>
          <a:bodyPr wrap="square" rtlCol="0">
            <a:spAutoFit/>
          </a:bodyPr>
          <a:lstStyle/>
          <a:p>
            <a:r>
              <a:rPr lang="en-US" b="1" dirty="0" err="1">
                <a:solidFill>
                  <a:srgbClr val="C00000"/>
                </a:solidFill>
              </a:rPr>
              <a:t>Họ</a:t>
            </a:r>
            <a:r>
              <a:rPr lang="en-US" b="1" dirty="0">
                <a:solidFill>
                  <a:srgbClr val="C00000"/>
                </a:solidFill>
              </a:rPr>
              <a:t> </a:t>
            </a:r>
            <a:r>
              <a:rPr lang="en-US" b="1" dirty="0" err="1">
                <a:solidFill>
                  <a:srgbClr val="C00000"/>
                </a:solidFill>
              </a:rPr>
              <a:t>và</a:t>
            </a:r>
            <a:r>
              <a:rPr lang="en-US" b="1" dirty="0">
                <a:solidFill>
                  <a:srgbClr val="C00000"/>
                </a:solidFill>
              </a:rPr>
              <a:t> </a:t>
            </a:r>
            <a:r>
              <a:rPr lang="en-US" b="1" dirty="0" err="1">
                <a:solidFill>
                  <a:srgbClr val="C00000"/>
                </a:solidFill>
              </a:rPr>
              <a:t>tên</a:t>
            </a:r>
            <a:r>
              <a:rPr lang="en-US" b="1" dirty="0">
                <a:solidFill>
                  <a:srgbClr val="C00000"/>
                </a:solidFill>
              </a:rPr>
              <a:t> :                        </a:t>
            </a:r>
            <a:r>
              <a:rPr lang="en-US" dirty="0">
                <a:solidFill>
                  <a:srgbClr val="C00000"/>
                </a:solidFill>
              </a:rPr>
              <a:t>Nguyễn Thị Ngọc Anh                                </a:t>
            </a:r>
          </a:p>
          <a:p>
            <a:r>
              <a:rPr lang="en-US" b="1" dirty="0">
                <a:solidFill>
                  <a:srgbClr val="C00000"/>
                </a:solidFill>
              </a:rPr>
              <a:t>MSSV:</a:t>
            </a:r>
            <a:r>
              <a:rPr lang="en-US" dirty="0">
                <a:solidFill>
                  <a:srgbClr val="C00000"/>
                </a:solidFill>
              </a:rPr>
              <a:t>                                20225252</a:t>
            </a:r>
          </a:p>
          <a:p>
            <a:r>
              <a:rPr lang="en-US" b="1" dirty="0" err="1">
                <a:solidFill>
                  <a:srgbClr val="C00000"/>
                </a:solidFill>
              </a:rPr>
              <a:t>Giảng</a:t>
            </a:r>
            <a:r>
              <a:rPr lang="en-US" b="1" dirty="0">
                <a:solidFill>
                  <a:srgbClr val="C00000"/>
                </a:solidFill>
              </a:rPr>
              <a:t> </a:t>
            </a:r>
            <a:r>
              <a:rPr lang="en-US" b="1" dirty="0" err="1">
                <a:solidFill>
                  <a:srgbClr val="C00000"/>
                </a:solidFill>
              </a:rPr>
              <a:t>viên</a:t>
            </a:r>
            <a:r>
              <a:rPr lang="en-US" b="1" dirty="0">
                <a:solidFill>
                  <a:srgbClr val="C00000"/>
                </a:solidFill>
              </a:rPr>
              <a:t> </a:t>
            </a:r>
            <a:r>
              <a:rPr lang="en-US" b="1" dirty="0" err="1">
                <a:solidFill>
                  <a:srgbClr val="C00000"/>
                </a:solidFill>
              </a:rPr>
              <a:t>hướng</a:t>
            </a:r>
            <a:r>
              <a:rPr lang="en-US" b="1" dirty="0">
                <a:solidFill>
                  <a:srgbClr val="C00000"/>
                </a:solidFill>
              </a:rPr>
              <a:t> </a:t>
            </a:r>
            <a:r>
              <a:rPr lang="en-US" b="1" dirty="0" err="1">
                <a:solidFill>
                  <a:srgbClr val="C00000"/>
                </a:solidFill>
              </a:rPr>
              <a:t>dẫn</a:t>
            </a:r>
            <a:r>
              <a:rPr lang="en-US" b="1" dirty="0">
                <a:solidFill>
                  <a:srgbClr val="C00000"/>
                </a:solidFill>
              </a:rPr>
              <a:t>:  </a:t>
            </a:r>
            <a:r>
              <a:rPr lang="en-US" dirty="0">
                <a:solidFill>
                  <a:srgbClr val="C00000"/>
                </a:solidFill>
              </a:rPr>
              <a:t>TS. Nguyễn </a:t>
            </a:r>
            <a:r>
              <a:rPr lang="en-US" dirty="0" err="1">
                <a:solidFill>
                  <a:srgbClr val="C00000"/>
                </a:solidFill>
              </a:rPr>
              <a:t>Đình</a:t>
            </a:r>
            <a:r>
              <a:rPr lang="en-US" dirty="0">
                <a:solidFill>
                  <a:srgbClr val="C00000"/>
                </a:solidFill>
              </a:rPr>
              <a:t> </a:t>
            </a:r>
            <a:r>
              <a:rPr lang="en-US" dirty="0" err="1">
                <a:solidFill>
                  <a:srgbClr val="C00000"/>
                </a:solidFill>
              </a:rPr>
              <a:t>Thuận</a:t>
            </a:r>
            <a:endParaRPr lang="en-US" dirty="0">
              <a:solidFill>
                <a:srgbClr val="C00000"/>
              </a:solidFill>
            </a:endParaRPr>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dirty="0" err="1">
                <a:latin typeface="Arial" panose="020B0604020202020204" pitchFamily="34" charset="0"/>
                <a:cs typeface="Arial" panose="020B0604020202020204" pitchFamily="34" charset="0"/>
              </a:rPr>
              <a:t>Nội</a:t>
            </a:r>
            <a:r>
              <a:rPr lang="en-US" dirty="0">
                <a:latin typeface="Arial" panose="020B0604020202020204" pitchFamily="34" charset="0"/>
                <a:cs typeface="Arial" panose="020B0604020202020204" pitchFamily="34" charset="0"/>
              </a:rPr>
              <a:t> dung</a:t>
            </a:r>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p:txBody>
          <a:bodyPr/>
          <a:lstStyle/>
          <a:p>
            <a:pPr marL="514350" indent="-514350">
              <a:buFont typeface="+mj-lt"/>
              <a:buAutoNum type="arabicPeriod"/>
            </a:pPr>
            <a:r>
              <a:rPr lang="en-US" dirty="0" err="1">
                <a:latin typeface="Arial" panose="020B0604020202020204" pitchFamily="34" charset="0"/>
                <a:cs typeface="Arial" panose="020B0604020202020204" pitchFamily="34" charset="0"/>
              </a:rPr>
              <a:t>Giới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tài</a:t>
            </a:r>
            <a:endParaRPr lang="en-US" dirty="0">
              <a:latin typeface="Arial" panose="020B0604020202020204" pitchFamily="34" charset="0"/>
              <a:cs typeface="Arial" panose="020B0604020202020204" pitchFamily="34" charset="0"/>
            </a:endParaRPr>
          </a:p>
          <a:p>
            <a:pPr marL="514350" indent="-514350">
              <a:buFont typeface="+mj-lt"/>
              <a:buAutoNum type="arabicPeriod"/>
            </a:pPr>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triển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khai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endParaRPr lang="en-US" dirty="0">
              <a:latin typeface="Arial" panose="020B0604020202020204" pitchFamily="34" charset="0"/>
              <a:cs typeface="Arial" panose="020B0604020202020204" pitchFamily="34" charset="0"/>
            </a:endParaRPr>
          </a:p>
          <a:p>
            <a:pPr marL="514350" indent="-514350">
              <a:buFont typeface="+mj-lt"/>
              <a:buAutoNum type="arabicPeriod"/>
            </a:pP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nghiệm</a:t>
            </a:r>
            <a:endParaRPr lang="en-US" dirty="0">
              <a:latin typeface="Arial" panose="020B0604020202020204" pitchFamily="34" charset="0"/>
              <a:cs typeface="Arial" panose="020B0604020202020204" pitchFamily="34" charset="0"/>
            </a:endParaRPr>
          </a:p>
          <a:p>
            <a:pPr marL="514350" indent="-514350">
              <a:buFont typeface="+mj-lt"/>
              <a:buAutoNum type="arabicPeriod"/>
            </a:pP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luận</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364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6B5DB-0CCF-B11F-769C-2CBB7A84BD32}"/>
            </a:ext>
          </a:extLst>
        </p:cNvPr>
        <p:cNvGrpSpPr/>
        <p:nvPr/>
      </p:nvGrpSpPr>
      <p:grpSpPr>
        <a:xfrm>
          <a:off x="0" y="0"/>
          <a:ext cx="0" cy="0"/>
          <a:chOff x="0" y="0"/>
          <a:chExt cx="0" cy="0"/>
        </a:xfrm>
      </p:grpSpPr>
      <p:pic>
        <p:nvPicPr>
          <p:cNvPr id="10" name="Picture 3">
            <a:extLst>
              <a:ext uri="{FF2B5EF4-FFF2-40B4-BE49-F238E27FC236}">
                <a16:creationId xmlns:a16="http://schemas.microsoft.com/office/drawing/2014/main" id="{7741ED59-220C-0CF7-8B19-DFF56BB6AFA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2" name="Title 6">
            <a:extLst>
              <a:ext uri="{FF2B5EF4-FFF2-40B4-BE49-F238E27FC236}">
                <a16:creationId xmlns:a16="http://schemas.microsoft.com/office/drawing/2014/main" id="{2F74E218-50FF-7D39-1217-122B5AAAF03C}"/>
              </a:ext>
            </a:extLst>
          </p:cNvPr>
          <p:cNvSpPr txBox="1">
            <a:spLocks/>
          </p:cNvSpPr>
          <p:nvPr/>
        </p:nvSpPr>
        <p:spPr>
          <a:xfrm>
            <a:off x="413012" y="3107240"/>
            <a:ext cx="7891234"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3200" dirty="0">
                <a:latin typeface="Arial" panose="020B0604020202020204" pitchFamily="34" charset="0"/>
                <a:cs typeface="Arial" panose="020B0604020202020204" pitchFamily="34" charset="0"/>
              </a:rPr>
              <a:t>1. </a:t>
            </a:r>
            <a:r>
              <a:rPr lang="en-US" sz="3200" dirty="0" err="1">
                <a:latin typeface="Arial" panose="020B0604020202020204" pitchFamily="34" charset="0"/>
                <a:cs typeface="Arial" panose="020B0604020202020204" pitchFamily="34" charset="0"/>
              </a:rPr>
              <a:t>Giới</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thiệu</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đề</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tài</a:t>
            </a: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025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latin typeface="Arial" panose="020B0604020202020204" pitchFamily="34" charset="0"/>
                <a:cs typeface="Arial" panose="020B0604020202020204" pitchFamily="34" charset="0"/>
              </a:rPr>
              <a:pPr/>
              <a:t>4</a:t>
            </a:fld>
            <a:endParaRPr lang="en-US">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r>
              <a:rPr lang="en-US" dirty="0">
                <a:latin typeface="Arial" panose="020B0604020202020204" pitchFamily="34" charset="0"/>
                <a:cs typeface="Arial" panose="020B0604020202020204" pitchFamily="34" charset="0"/>
              </a:rPr>
              <a:t>1.1. </a:t>
            </a:r>
            <a:r>
              <a:rPr lang="en-US" dirty="0" err="1">
                <a:latin typeface="Arial" panose="020B0604020202020204" pitchFamily="34" charset="0"/>
                <a:cs typeface="Arial" panose="020B0604020202020204" pitchFamily="34" charset="0"/>
              </a:rPr>
              <a:t>Đặt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vấn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đề</a:t>
            </a:r>
            <a:endParaRPr lang="en-US" dirty="0">
              <a:latin typeface="Arial" panose="020B0604020202020204" pitchFamily="34" charset="0"/>
              <a:cs typeface="Arial" panose="020B0604020202020204" pitchFamily="34" charset="0"/>
            </a:endParaRPr>
          </a:p>
        </p:txBody>
      </p:sp>
      <p:pic>
        <p:nvPicPr>
          <p:cNvPr id="8" name="Picture Placeholder 7">
            <a:extLst>
              <a:ext uri="{FF2B5EF4-FFF2-40B4-BE49-F238E27FC236}">
                <a16:creationId xmlns:a16="http://schemas.microsoft.com/office/drawing/2014/main" id="{AF5A5A63-825B-57AE-6259-8ABA539D0918}"/>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tretch>
            <a:fillRect/>
          </a:stretch>
        </p:blipFill>
        <p:spPr>
          <a:xfrm>
            <a:off x="4660869" y="1406769"/>
            <a:ext cx="4083844" cy="4656137"/>
          </a:xfrm>
          <a:prstGeom prst="rect">
            <a:avLst/>
          </a:prstGeom>
        </p:spPr>
      </p:pic>
      <p:sp>
        <p:nvSpPr>
          <p:cNvPr id="6" name="TextBox 5">
            <a:extLst>
              <a:ext uri="{FF2B5EF4-FFF2-40B4-BE49-F238E27FC236}">
                <a16:creationId xmlns:a16="http://schemas.microsoft.com/office/drawing/2014/main" id="{73906DF9-77CB-F5D2-70D7-37BE1899CB32}"/>
              </a:ext>
            </a:extLst>
          </p:cNvPr>
          <p:cNvSpPr txBox="1"/>
          <p:nvPr/>
        </p:nvSpPr>
        <p:spPr>
          <a:xfrm>
            <a:off x="139959" y="1406768"/>
            <a:ext cx="4432041" cy="4247317"/>
          </a:xfrm>
          <a:prstGeom prst="rect">
            <a:avLst/>
          </a:prstGeom>
          <a:noFill/>
        </p:spPr>
        <p:txBody>
          <a:bodyPr wrap="square" rtlCol="0">
            <a:spAutoFit/>
          </a:bodyPr>
          <a:lstStyle/>
          <a:p>
            <a:r>
              <a:rPr lang="en-US" b="1" dirty="0" err="1">
                <a:latin typeface="Arial" panose="020B0604020202020204" pitchFamily="34" charset="0"/>
                <a:cs typeface="Arial" panose="020B0604020202020204" pitchFamily="34" charset="0"/>
              </a:rPr>
              <a:t>Thách</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thức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hệ</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thống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vào</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ra</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truyền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thống</a:t>
            </a:r>
            <a:r>
              <a:rPr lang="en-US" b="1" dirty="0">
                <a:latin typeface="Arial" panose="020B0604020202020204" pitchFamily="34" charset="0"/>
                <a:cs typeface="Arial" panose="020B0604020202020204" pitchFamily="34" charset="0"/>
              </a:rPr>
              <a:t>:</a:t>
            </a:r>
          </a:p>
          <a:p>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Gian </a:t>
            </a:r>
            <a:r>
              <a:rPr lang="en-US" dirty="0" err="1">
                <a:latin typeface="Arial" panose="020B0604020202020204" pitchFamily="34" charset="0"/>
                <a:cs typeface="Arial" panose="020B0604020202020204" pitchFamily="34" charset="0"/>
              </a:rPr>
              <a:t>lận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Gánh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nặng</a:t>
            </a:r>
            <a:r>
              <a:rPr lang="en-US" dirty="0">
                <a:latin typeface="Arial" panose="020B0604020202020204" pitchFamily="34" charset="0"/>
                <a:cs typeface="Arial" panose="020B0604020202020204" pitchFamily="34" charset="0"/>
              </a:rPr>
              <a:t> Logistics &amp; Chi </a:t>
            </a:r>
            <a:r>
              <a:rPr lang="en-US" dirty="0" err="1">
                <a:latin typeface="Arial" panose="020B0604020202020204" pitchFamily="34" charset="0"/>
                <a:cs typeface="Arial" panose="020B0604020202020204" pitchFamily="34" charset="0"/>
              </a:rPr>
              <a:t>phí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cấp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in </a:t>
            </a:r>
            <a:r>
              <a:rPr lang="en-US" dirty="0" err="1">
                <a:latin typeface="Arial" panose="020B0604020202020204" pitchFamily="34" charset="0"/>
                <a:cs typeface="Arial" panose="020B0604020202020204" pitchFamily="34" charset="0"/>
              </a:rPr>
              <a:t>ấn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hồi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thẻ</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nội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bộ</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vi-VN" dirty="0">
                <a:latin typeface="Arial" panose="020B0604020202020204" pitchFamily="34" charset="0"/>
                <a:cs typeface="Arial" panose="020B0604020202020204" pitchFamily="34" charset="0"/>
              </a:rPr>
              <a:t>Người quản lý bị động, thiếu kênh phản hồi thời gian thực. </a:t>
            </a:r>
            <a:endParaRPr lang="en-US" dirty="0">
              <a:latin typeface="Arial" panose="020B0604020202020204" pitchFamily="34" charset="0"/>
              <a:cs typeface="Arial" panose="020B0604020202020204" pitchFamily="34" charset="0"/>
            </a:endParaRPr>
          </a:p>
          <a:p>
            <a:pPr marL="285750" indent="-285750">
              <a:buFontTx/>
              <a:buChar char="-"/>
            </a:pPr>
            <a:endParaRPr lang="en-US" dirty="0">
              <a:latin typeface="Arial" panose="020B0604020202020204" pitchFamily="34" charset="0"/>
              <a:cs typeface="Arial" panose="020B0604020202020204" pitchFamily="34" charset="0"/>
            </a:endParaRPr>
          </a:p>
          <a:p>
            <a:r>
              <a:rPr lang="en-US" b="1" dirty="0" err="1">
                <a:latin typeface="Arial" panose="020B0604020202020204" pitchFamily="34" charset="0"/>
                <a:cs typeface="Arial" panose="020B0604020202020204" pitchFamily="34" charset="0"/>
              </a:rPr>
              <a:t>Giải</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pháp</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tổng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thể</a:t>
            </a:r>
            <a:r>
              <a:rPr lang="en-US" b="1" dirty="0">
                <a:latin typeface="Arial" panose="020B0604020202020204" pitchFamily="34" charset="0"/>
                <a:cs typeface="Arial" panose="020B0604020202020204" pitchFamily="34" charset="0"/>
              </a:rPr>
              <a:t>: </a:t>
            </a:r>
          </a:p>
          <a:p>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err="1"/>
              <a:t>Tận</a:t>
            </a:r>
            <a:r>
              <a:rPr lang="en-US" dirty="0"/>
              <a:t> </a:t>
            </a:r>
            <a:r>
              <a:rPr lang="en-US" dirty="0" err="1"/>
              <a:t>dụng</a:t>
            </a:r>
            <a:r>
              <a:rPr lang="en-US" dirty="0"/>
              <a:t> </a:t>
            </a:r>
            <a:r>
              <a:rPr lang="en-US" dirty="0" err="1"/>
              <a:t>hạ</a:t>
            </a:r>
            <a:r>
              <a:rPr lang="en-US" dirty="0"/>
              <a:t> </a:t>
            </a:r>
            <a:r>
              <a:rPr lang="en-US" dirty="0" err="1"/>
              <a:t>tầng</a:t>
            </a:r>
            <a:r>
              <a:rPr lang="en-US" dirty="0"/>
              <a:t> chip </a:t>
            </a:r>
            <a:r>
              <a:rPr lang="en-US" dirty="0" err="1"/>
              <a:t>bảo</a:t>
            </a:r>
            <a:r>
              <a:rPr lang="en-US" dirty="0"/>
              <a:t> </a:t>
            </a:r>
            <a:r>
              <a:rPr lang="en-US" dirty="0" err="1"/>
              <a:t>mật</a:t>
            </a:r>
            <a:r>
              <a:rPr lang="en-US" dirty="0"/>
              <a:t> </a:t>
            </a:r>
            <a:r>
              <a:rPr lang="en-US" dirty="0" err="1"/>
              <a:t>và</a:t>
            </a:r>
            <a:r>
              <a:rPr lang="en-US" dirty="0"/>
              <a:t> </a:t>
            </a:r>
            <a:r>
              <a:rPr lang="en-US" dirty="0" err="1"/>
              <a:t>định</a:t>
            </a:r>
            <a:r>
              <a:rPr lang="en-US" dirty="0"/>
              <a:t> </a:t>
            </a:r>
            <a:r>
              <a:rPr lang="en-US" dirty="0" err="1"/>
              <a:t>danh</a:t>
            </a:r>
            <a:r>
              <a:rPr lang="en-US" dirty="0"/>
              <a:t> </a:t>
            </a:r>
            <a:r>
              <a:rPr lang="en-US" dirty="0" err="1"/>
              <a:t>có</a:t>
            </a:r>
            <a:r>
              <a:rPr lang="en-US" dirty="0"/>
              <a:t> </a:t>
            </a:r>
            <a:r>
              <a:rPr lang="en-US" dirty="0" err="1"/>
              <a:t>sẵn</a:t>
            </a:r>
            <a:r>
              <a:rPr lang="en-US" dirty="0"/>
              <a:t> </a:t>
            </a:r>
            <a:r>
              <a:rPr lang="en-US" dirty="0" err="1"/>
              <a:t>trên</a:t>
            </a:r>
            <a:r>
              <a:rPr lang="en-US" dirty="0"/>
              <a:t> </a:t>
            </a:r>
            <a:r>
              <a:rPr lang="en-US" dirty="0" err="1"/>
              <a:t>thẻ</a:t>
            </a:r>
            <a:r>
              <a:rPr lang="en-US" dirty="0"/>
              <a:t> CCCD </a:t>
            </a:r>
            <a:r>
              <a:rPr lang="en-US" dirty="0" err="1"/>
              <a:t>gắn</a:t>
            </a:r>
            <a:r>
              <a:rPr lang="en-US" dirty="0"/>
              <a:t> chip Việt Nam.</a:t>
            </a:r>
          </a:p>
          <a:p>
            <a:pPr marL="285750" indent="-285750">
              <a:buFontTx/>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084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C311219-8684-45FC-A126-E067924AC7F7}"/>
              </a:ext>
            </a:extLst>
          </p:cNvPr>
          <p:cNvSpPr>
            <a:spLocks noGrp="1"/>
          </p:cNvSpPr>
          <p:nvPr>
            <p:ph sz="half" idx="1"/>
          </p:nvPr>
        </p:nvSpPr>
        <p:spPr>
          <a:xfrm>
            <a:off x="424490" y="1484309"/>
            <a:ext cx="3886200" cy="4351338"/>
          </a:xfrm>
        </p:spPr>
        <p:txBody>
          <a:bodyPr/>
          <a:lstStyle/>
          <a:p>
            <a:pPr marL="0" indent="0">
              <a:lnSpc>
                <a:spcPct val="100000"/>
              </a:lnSpc>
              <a:buNone/>
            </a:pPr>
            <a:r>
              <a:rPr lang="en-US" sz="1800" b="1" dirty="0" err="1">
                <a:latin typeface="Arial" panose="020B0604020202020204" pitchFamily="34" charset="0"/>
                <a:cs typeface="Arial" panose="020B0604020202020204" pitchFamily="34" charset="0"/>
              </a:rPr>
              <a:t>Mục</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tiêu</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cốt</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lõi</a:t>
            </a:r>
            <a:r>
              <a:rPr lang="en-US" sz="1800" b="1" dirty="0">
                <a:latin typeface="Arial" panose="020B0604020202020204" pitchFamily="34" charset="0"/>
                <a:cs typeface="Arial" panose="020B0604020202020204" pitchFamily="34" charset="0"/>
              </a:rPr>
              <a:t>:</a:t>
            </a:r>
          </a:p>
          <a:p>
            <a:pPr>
              <a:lnSpc>
                <a:spcPct val="100000"/>
              </a:lnSpc>
            </a:pPr>
            <a:r>
              <a:rPr lang="en-US" sz="1800" dirty="0" err="1">
                <a:latin typeface="Arial" panose="020B0604020202020204" pitchFamily="34" charset="0"/>
                <a:cs typeface="Arial" panose="020B0604020202020204" pitchFamily="34" charset="0"/>
              </a:rPr>
              <a:t>Hiện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thực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hóa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mô</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hình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kiến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trúc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điểm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danh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kép</a:t>
            </a:r>
            <a:r>
              <a:rPr lang="en-US" sz="1800" dirty="0">
                <a:latin typeface="Arial" panose="020B0604020202020204" pitchFamily="34" charset="0"/>
                <a:cs typeface="Arial" panose="020B0604020202020204" pitchFamily="34" charset="0"/>
              </a:rPr>
              <a:t> phi </a:t>
            </a:r>
            <a:r>
              <a:rPr lang="en-US" sz="1800" dirty="0" err="1">
                <a:latin typeface="Arial" panose="020B0604020202020204" pitchFamily="34" charset="0"/>
                <a:cs typeface="Arial" panose="020B0604020202020204" pitchFamily="34" charset="0"/>
              </a:rPr>
              <a:t>trạng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thái</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xác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thực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hai</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lớp</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tự</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trị</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phân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tán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tích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hợp</a:t>
            </a:r>
            <a:r>
              <a:rPr lang="en-US" sz="1800" dirty="0">
                <a:latin typeface="Arial" panose="020B0604020202020204" pitchFamily="34" charset="0"/>
                <a:cs typeface="Arial" panose="020B0604020202020204" pitchFamily="34" charset="0"/>
              </a:rPr>
              <a:t> chip NFC CCCD </a:t>
            </a:r>
            <a:r>
              <a:rPr lang="en-US" sz="1800" dirty="0" err="1">
                <a:latin typeface="Arial" panose="020B0604020202020204" pitchFamily="34" charset="0"/>
                <a:cs typeface="Arial" panose="020B0604020202020204" pitchFamily="34" charset="0"/>
              </a:rPr>
              <a:t>và</a:t>
            </a:r>
            <a:r>
              <a:rPr lang="en-US" sz="1800" dirty="0">
                <a:latin typeface="Arial" panose="020B0604020202020204" pitchFamily="34" charset="0"/>
                <a:cs typeface="Arial" panose="020B0604020202020204" pitchFamily="34" charset="0"/>
              </a:rPr>
              <a:t> AI </a:t>
            </a:r>
            <a:r>
              <a:rPr lang="en-US" sz="1800" dirty="0" err="1">
                <a:latin typeface="Arial" panose="020B0604020202020204" pitchFamily="34" charset="0"/>
                <a:cs typeface="Arial" panose="020B0604020202020204" pitchFamily="34" charset="0"/>
              </a:rPr>
              <a:t>nhận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diện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khuôn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mặt</a:t>
            </a:r>
            <a:r>
              <a:rPr lang="en-US" sz="1800" dirty="0">
                <a:latin typeface="Arial" panose="020B0604020202020204" pitchFamily="34" charset="0"/>
                <a:cs typeface="Arial" panose="020B0604020202020204" pitchFamily="34" charset="0"/>
              </a:rPr>
              <a:t>.  </a:t>
            </a:r>
          </a:p>
          <a:p>
            <a:pPr>
              <a:lnSpc>
                <a:spcPct val="100000"/>
              </a:lnSpc>
            </a:pPr>
            <a:endParaRPr lang="en-US" sz="1800" dirty="0">
              <a:latin typeface="Arial" panose="020B0604020202020204" pitchFamily="34" charset="0"/>
              <a:cs typeface="Arial" panose="020B0604020202020204" pitchFamily="34" charset="0"/>
            </a:endParaRPr>
          </a:p>
          <a:p>
            <a:pPr marL="0" indent="0">
              <a:lnSpc>
                <a:spcPct val="100000"/>
              </a:lnSpc>
              <a:buNone/>
            </a:pPr>
            <a:r>
              <a:rPr lang="en-US" sz="1800" b="1" dirty="0" err="1">
                <a:latin typeface="Arial" panose="020B0604020202020204" pitchFamily="34" charset="0"/>
                <a:cs typeface="Arial" panose="020B0604020202020204" pitchFamily="34" charset="0"/>
              </a:rPr>
              <a:t>Giải</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pháp</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kiến</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trúc</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đột</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phá</a:t>
            </a:r>
            <a:r>
              <a:rPr lang="en-US" sz="1800" b="1" dirty="0">
                <a:latin typeface="Arial" panose="020B0604020202020204" pitchFamily="34" charset="0"/>
                <a:cs typeface="Arial" panose="020B0604020202020204" pitchFamily="34" charset="0"/>
              </a:rPr>
              <a:t>:</a:t>
            </a:r>
          </a:p>
          <a:p>
            <a:pPr>
              <a:lnSpc>
                <a:spcPct val="100000"/>
              </a:lnSpc>
            </a:pPr>
            <a:r>
              <a:rPr lang="en-US" sz="1800" dirty="0" err="1">
                <a:latin typeface="Arial" panose="020B0604020202020204" pitchFamily="34" charset="0"/>
                <a:cs typeface="Arial" panose="020B0604020202020204" pitchFamily="34" charset="0"/>
              </a:rPr>
              <a:t>Luồng</a:t>
            </a:r>
            <a:r>
              <a:rPr lang="en-US" sz="1800" dirty="0">
                <a:latin typeface="Arial" panose="020B0604020202020204" pitchFamily="34" charset="0"/>
                <a:cs typeface="Arial" panose="020B0604020202020204" pitchFamily="34" charset="0"/>
              </a:rPr>
              <a:t> PENDING</a:t>
            </a:r>
          </a:p>
          <a:p>
            <a:pPr>
              <a:lnSpc>
                <a:spcPct val="100000"/>
              </a:lnSpc>
            </a:pPr>
            <a:r>
              <a:rPr lang="en-US" sz="1800" dirty="0" err="1">
                <a:latin typeface="Arial" panose="020B0604020202020204" pitchFamily="34" charset="0"/>
                <a:cs typeface="Arial" panose="020B0604020202020204" pitchFamily="34" charset="0"/>
              </a:rPr>
              <a:t>Luồng</a:t>
            </a:r>
            <a:r>
              <a:rPr lang="en-US" sz="1800" dirty="0">
                <a:latin typeface="Arial" panose="020B0604020202020204" pitchFamily="34" charset="0"/>
                <a:cs typeface="Arial" panose="020B0604020202020204" pitchFamily="34" charset="0"/>
              </a:rPr>
              <a:t> ACTIVE</a:t>
            </a:r>
          </a:p>
        </p:txBody>
      </p:sp>
      <p:graphicFrame>
        <p:nvGraphicFramePr>
          <p:cNvPr id="6" name="Content Placeholder 5">
            <a:extLst>
              <a:ext uri="{FF2B5EF4-FFF2-40B4-BE49-F238E27FC236}">
                <a16:creationId xmlns:a16="http://schemas.microsoft.com/office/drawing/2014/main" id="{90467790-6F6A-459A-440D-57A551FAC036}"/>
              </a:ext>
            </a:extLst>
          </p:cNvPr>
          <p:cNvGraphicFramePr>
            <a:graphicFrameLocks noGrp="1"/>
          </p:cNvGraphicFramePr>
          <p:nvPr>
            <p:ph sz="half" idx="2"/>
            <p:extLst>
              <p:ext uri="{D42A27DB-BD31-4B8C-83A1-F6EECF244321}">
                <p14:modId xmlns:p14="http://schemas.microsoft.com/office/powerpoint/2010/main" val="189228782"/>
              </p:ext>
            </p:extLst>
          </p:nvPr>
        </p:nvGraphicFramePr>
        <p:xfrm>
          <a:off x="4572000" y="1423988"/>
          <a:ext cx="3886200"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pPr>
              <a:lnSpc>
                <a:spcPct val="100000"/>
              </a:lnSpc>
            </a:pPr>
            <a:r>
              <a:rPr lang="en-US" dirty="0">
                <a:latin typeface="Arial" panose="020B0604020202020204" pitchFamily="34" charset="0"/>
                <a:cs typeface="Arial" panose="020B0604020202020204" pitchFamily="34" charset="0"/>
              </a:rPr>
              <a:t>1.2. </a:t>
            </a:r>
            <a:r>
              <a:rPr lang="en-US" dirty="0" err="1">
                <a:latin typeface="Arial" panose="020B0604020202020204" pitchFamily="34" charset="0"/>
                <a:cs typeface="Arial" panose="020B0604020202020204" pitchFamily="34" charset="0"/>
              </a:rPr>
              <a:t>Mục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tiêu</a:t>
            </a:r>
            <a:endParaRPr lang="en-US" dirty="0">
              <a:latin typeface="Arial" panose="020B0604020202020204" pitchFamily="34" charset="0"/>
              <a:cs typeface="Arial" panose="020B0604020202020204" pitchFamily="34" charset="0"/>
            </a:endParaRPr>
          </a:p>
        </p:txBody>
      </p:sp>
      <p:graphicFrame>
        <p:nvGraphicFramePr>
          <p:cNvPr id="9" name="Diagram 8">
            <a:extLst>
              <a:ext uri="{FF2B5EF4-FFF2-40B4-BE49-F238E27FC236}">
                <a16:creationId xmlns:a16="http://schemas.microsoft.com/office/drawing/2014/main" id="{EDF95CD9-A9C2-7F2A-8397-FF017B55CC6F}"/>
              </a:ext>
            </a:extLst>
          </p:cNvPr>
          <p:cNvGraphicFramePr/>
          <p:nvPr>
            <p:extLst>
              <p:ext uri="{D42A27DB-BD31-4B8C-83A1-F6EECF244321}">
                <p14:modId xmlns:p14="http://schemas.microsoft.com/office/powerpoint/2010/main" val="1468698638"/>
              </p:ext>
            </p:extLst>
          </p:nvPr>
        </p:nvGraphicFramePr>
        <p:xfrm>
          <a:off x="4415028" y="1484309"/>
          <a:ext cx="4304482" cy="4064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0" name="TextBox 9">
            <a:extLst>
              <a:ext uri="{FF2B5EF4-FFF2-40B4-BE49-F238E27FC236}">
                <a16:creationId xmlns:a16="http://schemas.microsoft.com/office/drawing/2014/main" id="{C9AF3622-D50C-13E3-1DA8-4FCE5FAF1EBC}"/>
              </a:ext>
            </a:extLst>
          </p:cNvPr>
          <p:cNvSpPr txBox="1"/>
          <p:nvPr/>
        </p:nvSpPr>
        <p:spPr>
          <a:xfrm>
            <a:off x="4572000" y="3290646"/>
            <a:ext cx="1455576"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Điểm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danh</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1358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DD1C6-21FD-D956-27B1-744590FE1435}"/>
            </a:ext>
          </a:extLst>
        </p:cNvPr>
        <p:cNvGrpSpPr/>
        <p:nvPr/>
      </p:nvGrpSpPr>
      <p:grpSpPr>
        <a:xfrm>
          <a:off x="0" y="0"/>
          <a:ext cx="0" cy="0"/>
          <a:chOff x="0" y="0"/>
          <a:chExt cx="0" cy="0"/>
        </a:xfrm>
      </p:grpSpPr>
      <p:pic>
        <p:nvPicPr>
          <p:cNvPr id="10" name="Picture 3">
            <a:extLst>
              <a:ext uri="{FF2B5EF4-FFF2-40B4-BE49-F238E27FC236}">
                <a16:creationId xmlns:a16="http://schemas.microsoft.com/office/drawing/2014/main" id="{2359AD5F-38AC-5007-179D-64272F50472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2" name="Title 6">
            <a:extLst>
              <a:ext uri="{FF2B5EF4-FFF2-40B4-BE49-F238E27FC236}">
                <a16:creationId xmlns:a16="http://schemas.microsoft.com/office/drawing/2014/main" id="{553B6F5A-1F19-F7F9-BDF0-A3FB7B293837}"/>
              </a:ext>
            </a:extLst>
          </p:cNvPr>
          <p:cNvSpPr txBox="1">
            <a:spLocks/>
          </p:cNvSpPr>
          <p:nvPr/>
        </p:nvSpPr>
        <p:spPr>
          <a:xfrm>
            <a:off x="413012" y="3107240"/>
            <a:ext cx="7891234"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3200" dirty="0">
                <a:latin typeface="Arial" panose="020B0604020202020204" pitchFamily="34" charset="0"/>
                <a:cs typeface="Arial" panose="020B0604020202020204" pitchFamily="34" charset="0"/>
              </a:rPr>
              <a:t>2. </a:t>
            </a:r>
            <a:r>
              <a:rPr lang="en-US" sz="3200" dirty="0" err="1">
                <a:latin typeface="Arial" panose="020B0604020202020204" pitchFamily="34" charset="0"/>
                <a:cs typeface="Arial" panose="020B0604020202020204" pitchFamily="34" charset="0"/>
              </a:rPr>
              <a:t>Thiết</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kế</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và</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triển</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khai</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hệ</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thống</a:t>
            </a:r>
            <a:r>
              <a:rPr lang="en-US" sz="32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880795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latin typeface="Arial" panose="020B0604020202020204" pitchFamily="34" charset="0"/>
                <a:cs typeface="Arial" panose="020B0604020202020204" pitchFamily="34" charset="0"/>
              </a:rPr>
              <a:pPr/>
              <a:t>7</a:t>
            </a:fld>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39BBC82-5CC8-86B3-6CF8-6714E6B82E38}"/>
              </a:ext>
            </a:extLst>
          </p:cNvPr>
          <p:cNvSpPr>
            <a:spLocks noGrp="1"/>
          </p:cNvSpPr>
          <p:nvPr>
            <p:ph sz="half" idx="1"/>
          </p:nvPr>
        </p:nvSpPr>
        <p:spPr/>
        <p:txBody>
          <a:bodyPr/>
          <a:lstStyle/>
          <a:p>
            <a:pPr marL="0" indent="0">
              <a:buNone/>
            </a:pPr>
            <a:r>
              <a:rPr lang="en-US" sz="1800" b="1" dirty="0" err="1">
                <a:latin typeface="Arial" panose="020B0604020202020204" pitchFamily="34" charset="0"/>
                <a:cs typeface="Arial" panose="020B0604020202020204" pitchFamily="34" charset="0"/>
              </a:rPr>
              <a:t>Mô</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hình</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phân</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quyền</a:t>
            </a:r>
            <a:r>
              <a:rPr lang="en-US" sz="1800" b="1" dirty="0">
                <a:latin typeface="Arial" panose="020B0604020202020204" pitchFamily="34" charset="0"/>
                <a:cs typeface="Arial" panose="020B0604020202020204" pitchFamily="34" charset="0"/>
              </a:rPr>
              <a:t> RBAC 5 </a:t>
            </a:r>
            <a:r>
              <a:rPr lang="en-US" sz="1800" b="1" dirty="0" err="1">
                <a:latin typeface="Arial" panose="020B0604020202020204" pitchFamily="34" charset="0"/>
                <a:cs typeface="Arial" panose="020B0604020202020204" pitchFamily="34" charset="0"/>
              </a:rPr>
              <a:t>cấp</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bậc</a:t>
            </a:r>
            <a:r>
              <a:rPr lang="en-US" sz="1800" b="1" dirty="0">
                <a:latin typeface="Arial" panose="020B0604020202020204" pitchFamily="34" charset="0"/>
                <a:cs typeface="Arial" panose="020B0604020202020204" pitchFamily="34" charset="0"/>
              </a:rPr>
              <a:t>:</a:t>
            </a:r>
          </a:p>
          <a:p>
            <a:r>
              <a:rPr lang="en-US" sz="1800" dirty="0">
                <a:latin typeface="Arial" panose="020B0604020202020204" pitchFamily="34" charset="0"/>
                <a:cs typeface="Arial" panose="020B0604020202020204" pitchFamily="34" charset="0"/>
              </a:rPr>
              <a:t>Super Admin: </a:t>
            </a:r>
            <a:r>
              <a:rPr lang="en-US" sz="1800" dirty="0" err="1">
                <a:latin typeface="Arial" panose="020B0604020202020204" pitchFamily="34" charset="0"/>
                <a:cs typeface="Arial" panose="020B0604020202020204" pitchFamily="34" charset="0"/>
              </a:rPr>
              <a:t>Cấu</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hình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đa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tổ</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chức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quản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trị</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tối</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cao</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nền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tảng</a:t>
            </a:r>
            <a:r>
              <a:rPr lang="en-US" sz="1800" dirty="0">
                <a:latin typeface="Arial" panose="020B0604020202020204" pitchFamily="34" charset="0"/>
                <a:cs typeface="Arial" panose="020B0604020202020204" pitchFamily="34" charset="0"/>
              </a:rPr>
              <a:t>.</a:t>
            </a:r>
          </a:p>
          <a:p>
            <a:r>
              <a:rPr lang="vi-VN" sz="1800" dirty="0">
                <a:latin typeface="Arial" panose="020B0604020202020204" pitchFamily="34" charset="0"/>
                <a:cs typeface="Arial" panose="020B0604020202020204" pitchFamily="34" charset="0"/>
              </a:rPr>
              <a:t>Admin: Cấu hình định danh thiết bị trạm, quản lý người dùng cấp dưới nội bộ</a:t>
            </a:r>
            <a:r>
              <a:rPr lang="en-US" sz="1800" dirty="0">
                <a:latin typeface="Arial" panose="020B0604020202020204" pitchFamily="34" charset="0"/>
                <a:cs typeface="Arial" panose="020B0604020202020204" pitchFamily="34" charset="0"/>
              </a:rPr>
              <a:t> 1</a:t>
            </a:r>
            <a:r>
              <a:rPr lang="vi-VN" sz="1800" dirty="0">
                <a:latin typeface="Arial" panose="020B0604020202020204" pitchFamily="34" charset="0"/>
                <a:cs typeface="Arial" panose="020B0604020202020204" pitchFamily="34" charset="0"/>
              </a:rPr>
              <a:t> doanh nghiệp.</a:t>
            </a:r>
            <a:endParaRPr lang="en-US" sz="1800" dirty="0">
              <a:latin typeface="Arial" panose="020B0604020202020204" pitchFamily="34" charset="0"/>
              <a:cs typeface="Arial" panose="020B0604020202020204" pitchFamily="34" charset="0"/>
            </a:endParaRPr>
          </a:p>
          <a:p>
            <a:r>
              <a:rPr lang="vi-VN" sz="1800" dirty="0">
                <a:latin typeface="Arial" panose="020B0604020202020204" pitchFamily="34" charset="0"/>
                <a:cs typeface="Arial" panose="020B0604020202020204" pitchFamily="34" charset="0"/>
              </a:rPr>
              <a:t>HR Manager: CRUD hồ sơ nhân viên</a:t>
            </a:r>
            <a:r>
              <a:rPr lang="en-US" sz="1800" dirty="0">
                <a:latin typeface="Arial" panose="020B0604020202020204" pitchFamily="34" charset="0"/>
                <a:cs typeface="Arial" panose="020B0604020202020204" pitchFamily="34" charset="0"/>
              </a:rPr>
              <a:t>, </a:t>
            </a:r>
            <a:r>
              <a:rPr lang="vi-VN" sz="1800" dirty="0">
                <a:latin typeface="Arial" panose="020B0604020202020204" pitchFamily="34" charset="0"/>
                <a:cs typeface="Arial" panose="020B0604020202020204" pitchFamily="34" charset="0"/>
              </a:rPr>
              <a:t>xuất báo cáo kết xuất định kỳ.</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Operator: </a:t>
            </a:r>
            <a:r>
              <a:rPr lang="en-US" sz="1800" dirty="0" err="1">
                <a:latin typeface="Arial" panose="020B0604020202020204" pitchFamily="34" charset="0"/>
                <a:cs typeface="Arial" panose="020B0604020202020204" pitchFamily="34" charset="0"/>
              </a:rPr>
              <a:t>Giám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sát</a:t>
            </a:r>
            <a:r>
              <a:rPr lang="en-US" sz="1800" dirty="0">
                <a:latin typeface="Arial" panose="020B0604020202020204" pitchFamily="34" charset="0"/>
                <a:cs typeface="Arial" panose="020B0604020202020204" pitchFamily="34" charset="0"/>
              </a:rPr>
              <a:t> Web Dashboard, </a:t>
            </a:r>
            <a:r>
              <a:rPr lang="en-US" sz="1800" dirty="0" err="1">
                <a:latin typeface="Arial" panose="020B0604020202020204" pitchFamily="34" charset="0"/>
                <a:cs typeface="Arial" panose="020B0604020202020204" pitchFamily="34" charset="0"/>
              </a:rPr>
              <a:t>gửi</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lệnh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mở</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khóa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từ</a:t>
            </a:r>
            <a:r>
              <a:rPr lang="en-US" sz="1800" dirty="0">
                <a:latin typeface="Arial" panose="020B0604020202020204" pitchFamily="34" charset="0"/>
                <a:cs typeface="Arial" panose="020B0604020202020204" pitchFamily="34" charset="0"/>
              </a:rPr>
              <a:t> xa qua MQTT.</a:t>
            </a:r>
          </a:p>
          <a:p>
            <a:r>
              <a:rPr lang="en-US" sz="1800" dirty="0">
                <a:latin typeface="Arial" panose="020B0604020202020204" pitchFamily="34" charset="0"/>
                <a:cs typeface="Arial" panose="020B0604020202020204" pitchFamily="34" charset="0"/>
              </a:rPr>
              <a:t>Viewer: </a:t>
            </a:r>
            <a:r>
              <a:rPr lang="en-US" sz="1800" dirty="0" err="1">
                <a:latin typeface="Arial" panose="020B0604020202020204" pitchFamily="34" charset="0"/>
                <a:cs typeface="Arial" panose="020B0604020202020204" pitchFamily="34" charset="0"/>
              </a:rPr>
              <a:t>Chỉ</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có</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quyền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theo</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dõi</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lịch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sử</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cá</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nhân</a:t>
            </a:r>
            <a:r>
              <a:rPr lang="en-US" sz="1800" dirty="0">
                <a:latin typeface="Arial" panose="020B0604020202020204" pitchFamily="34" charset="0"/>
                <a:cs typeface="Arial" panose="020B0604020202020204" pitchFamily="34" charset="0"/>
              </a:rPr>
              <a:t>.</a:t>
            </a:r>
          </a:p>
        </p:txBody>
      </p:sp>
      <p:pic>
        <p:nvPicPr>
          <p:cNvPr id="7" name="Content Placeholder 6">
            <a:extLst>
              <a:ext uri="{FF2B5EF4-FFF2-40B4-BE49-F238E27FC236}">
                <a16:creationId xmlns:a16="http://schemas.microsoft.com/office/drawing/2014/main" id="{6BC1A77B-412A-73B9-A2D2-0A8579F0A08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757379" y="1423988"/>
            <a:ext cx="3515442" cy="4351337"/>
          </a:xfrm>
          <a:prstGeom prst="rect">
            <a:avLst/>
          </a:prstGeom>
        </p:spPr>
      </p:pic>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2.1. </a:t>
            </a:r>
            <a:r>
              <a:rPr lang="en-US" dirty="0" err="1">
                <a:latin typeface="Arial" panose="020B0604020202020204" pitchFamily="34" charset="0"/>
                <a:cs typeface="Arial" panose="020B0604020202020204" pitchFamily="34" charset="0"/>
              </a:rPr>
              <a:t>Tác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1840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dirty="0"/>
              <a:t>2.2. </a:t>
            </a:r>
            <a:r>
              <a:rPr lang="en-US" dirty="0" err="1"/>
              <a:t>Kiến</a:t>
            </a:r>
            <a:r>
              <a:rPr lang="en-US" dirty="0"/>
              <a:t> </a:t>
            </a:r>
            <a:r>
              <a:rPr lang="en-US" dirty="0" err="1"/>
              <a:t>trúc</a:t>
            </a:r>
            <a:r>
              <a:rPr lang="en-US" dirty="0"/>
              <a:t> </a:t>
            </a:r>
            <a:r>
              <a:rPr lang="en-US" dirty="0" err="1"/>
              <a:t>hệ</a:t>
            </a:r>
            <a:r>
              <a:rPr lang="en-US" dirty="0"/>
              <a:t> </a:t>
            </a:r>
            <a:r>
              <a:rPr lang="en-US" dirty="0" err="1"/>
              <a:t>thống</a:t>
            </a:r>
            <a:endParaRPr lang="en-US" dirty="0"/>
          </a:p>
        </p:txBody>
      </p:sp>
      <p:pic>
        <p:nvPicPr>
          <p:cNvPr id="9" name="Content Placeholder 8">
            <a:extLst>
              <a:ext uri="{FF2B5EF4-FFF2-40B4-BE49-F238E27FC236}">
                <a16:creationId xmlns:a16="http://schemas.microsoft.com/office/drawing/2014/main" id="{521D19CC-4606-8DA8-9B64-084869C9FFC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18160" y="2012296"/>
            <a:ext cx="3886200" cy="3393796"/>
          </a:xfrm>
          <a:prstGeom prst="rect">
            <a:avLst/>
          </a:prstGeom>
        </p:spPr>
      </p:pic>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11" name="Content Placeholder 10">
            <a:extLst>
              <a:ext uri="{FF2B5EF4-FFF2-40B4-BE49-F238E27FC236}">
                <a16:creationId xmlns:a16="http://schemas.microsoft.com/office/drawing/2014/main" id="{BF7E233E-53E7-D5E3-62FA-00048651450A}"/>
              </a:ext>
            </a:extLst>
          </p:cNvPr>
          <p:cNvSpPr>
            <a:spLocks noGrp="1"/>
          </p:cNvSpPr>
          <p:nvPr>
            <p:ph sz="half" idx="2"/>
          </p:nvPr>
        </p:nvSpPr>
        <p:spPr>
          <a:xfrm>
            <a:off x="4404360" y="965200"/>
            <a:ext cx="4221480" cy="4440892"/>
          </a:xfrm>
        </p:spPr>
        <p:txBody>
          <a:bodyPr/>
          <a:lstStyle/>
          <a:p>
            <a:pPr marL="0" indent="0">
              <a:buNone/>
            </a:pPr>
            <a:r>
              <a:rPr lang="vi-VN" sz="1800" b="1" dirty="0">
                <a:latin typeface="+mn-lt"/>
              </a:rPr>
              <a:t>Kiến trúc hướng dịch vụ phân tán</a:t>
            </a:r>
            <a:r>
              <a:rPr lang="en-US" sz="1800" b="1" dirty="0">
                <a:latin typeface="+mn-lt"/>
              </a:rPr>
              <a:t>:</a:t>
            </a:r>
          </a:p>
          <a:p>
            <a:r>
              <a:rPr lang="vi-VN" sz="1800" dirty="0">
                <a:latin typeface="+mn-lt"/>
              </a:rPr>
              <a:t>Trạm đầu cuối: </a:t>
            </a:r>
            <a:r>
              <a:rPr lang="en-US" sz="1800" dirty="0">
                <a:latin typeface="+mn-lt"/>
              </a:rPr>
              <a:t>T</a:t>
            </a:r>
            <a:r>
              <a:rPr lang="vi-VN" sz="1800" dirty="0">
                <a:latin typeface="+mn-lt"/>
              </a:rPr>
              <a:t>hu thập sinh trắc học</a:t>
            </a:r>
            <a:r>
              <a:rPr lang="en-US" sz="1800" dirty="0">
                <a:latin typeface="+mn-lt"/>
              </a:rPr>
              <a:t>, g</a:t>
            </a:r>
            <a:r>
              <a:rPr lang="vi-VN" sz="1800" dirty="0">
                <a:latin typeface="+mn-lt"/>
              </a:rPr>
              <a:t>ửi yêu cầu điểm danh lên máy</a:t>
            </a:r>
            <a:r>
              <a:rPr lang="en-US" sz="1800" dirty="0">
                <a:latin typeface="+mn-lt"/>
              </a:rPr>
              <a:t> </a:t>
            </a:r>
            <a:r>
              <a:rPr lang="en-US" sz="1800" dirty="0" err="1">
                <a:latin typeface="+mn-lt"/>
              </a:rPr>
              <a:t>chủ</a:t>
            </a:r>
            <a:r>
              <a:rPr lang="vi-VN" sz="1800" dirty="0">
                <a:latin typeface="+mn-lt"/>
              </a:rPr>
              <a:t>.</a:t>
            </a:r>
          </a:p>
          <a:p>
            <a:r>
              <a:rPr lang="vi-VN" sz="1800" dirty="0">
                <a:latin typeface="+mn-lt"/>
              </a:rPr>
              <a:t>Máy chủ trung tâm: Lõi xử lý trung tâm</a:t>
            </a:r>
            <a:r>
              <a:rPr lang="en-US" sz="1800" dirty="0">
                <a:latin typeface="+mn-lt"/>
              </a:rPr>
              <a:t>, </a:t>
            </a:r>
            <a:r>
              <a:rPr lang="vi-VN" sz="1800" dirty="0">
                <a:latin typeface="+mn-lt"/>
              </a:rPr>
              <a:t>đóng vai trò bộ điều phối dữ liệu.</a:t>
            </a:r>
          </a:p>
          <a:p>
            <a:r>
              <a:rPr lang="vi-VN" sz="1800" dirty="0">
                <a:latin typeface="+mn-lt"/>
              </a:rPr>
              <a:t>Dịch vụ AI</a:t>
            </a:r>
            <a:r>
              <a:rPr lang="en-US" sz="1800" dirty="0">
                <a:latin typeface="+mn-lt"/>
              </a:rPr>
              <a:t>: </a:t>
            </a:r>
            <a:r>
              <a:rPr lang="en-US" sz="1800" dirty="0" err="1">
                <a:latin typeface="Arial" panose="020B0604020202020204" pitchFamily="34" charset="0"/>
                <a:cs typeface="Arial" panose="020B0604020202020204" pitchFamily="34" charset="0"/>
              </a:rPr>
              <a:t>Chịu</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trách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nhiệm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đối</a:t>
            </a:r>
            <a:r>
              <a:rPr lang="en-US" sz="1800" dirty="0">
                <a:latin typeface="Arial" panose="020B0604020202020204" pitchFamily="34" charset="0"/>
                <a:cs typeface="Arial" panose="020B0604020202020204" pitchFamily="34" charset="0"/>
              </a:rPr>
              <a:t> </a:t>
            </a:r>
            <a:r>
              <a:rPr lang="vi-VN" sz="1800" dirty="0">
                <a:latin typeface="+mn-lt"/>
              </a:rPr>
              <a:t>soát chuyên sâu.</a:t>
            </a:r>
          </a:p>
          <a:p>
            <a:r>
              <a:rPr lang="vi-VN" sz="1800" dirty="0">
                <a:latin typeface="+mn-lt"/>
              </a:rPr>
              <a:t>Kên</a:t>
            </a:r>
            <a:r>
              <a:rPr lang="en-US" sz="1800" dirty="0">
                <a:latin typeface="+mn-lt"/>
              </a:rPr>
              <a:t>h </a:t>
            </a:r>
            <a:r>
              <a:rPr lang="en-US" sz="1800" dirty="0" err="1">
                <a:latin typeface="+mn-lt"/>
              </a:rPr>
              <a:t>truyền</a:t>
            </a:r>
            <a:r>
              <a:rPr lang="en-US" sz="1800" dirty="0">
                <a:latin typeface="+mn-lt"/>
              </a:rPr>
              <a:t> MQTT: N</a:t>
            </a:r>
            <a:r>
              <a:rPr lang="vi-VN" sz="1800" dirty="0">
                <a:latin typeface="+mn-lt"/>
              </a:rPr>
              <a:t>hận thông điệp Publish từ máy chủ, chuyển tiếp lệnh mở khóa xuống phần cứng chấp hành.</a:t>
            </a:r>
          </a:p>
          <a:p>
            <a:r>
              <a:rPr lang="vi-VN" sz="1800" dirty="0">
                <a:latin typeface="+mn-lt"/>
              </a:rPr>
              <a:t>Hạ tầng ngoại</a:t>
            </a:r>
            <a:r>
              <a:rPr lang="en-US" sz="1800" dirty="0">
                <a:latin typeface="+mn-lt"/>
              </a:rPr>
              <a:t> vi</a:t>
            </a:r>
            <a:r>
              <a:rPr lang="vi-VN" sz="1800" dirty="0">
                <a:latin typeface="+mn-lt"/>
              </a:rPr>
              <a:t> : Điểm cuối của luồng điều khiển</a:t>
            </a:r>
            <a:r>
              <a:rPr lang="en-US" sz="1800" dirty="0">
                <a:latin typeface="+mn-lt"/>
              </a:rPr>
              <a:t>,</a:t>
            </a:r>
            <a:r>
              <a:rPr lang="vi-VN" sz="1800" dirty="0">
                <a:latin typeface="+mn-lt"/>
              </a:rPr>
              <a:t> nhận tín hiệu giải phóng chốt cửa vật lý.</a:t>
            </a:r>
            <a:endParaRPr lang="en-US" sz="1800" dirty="0">
              <a:latin typeface="+mn-lt"/>
            </a:endParaRPr>
          </a:p>
          <a:p>
            <a:r>
              <a:rPr lang="vi-VN" sz="1800" dirty="0">
                <a:latin typeface="+mn-lt"/>
              </a:rPr>
              <a:t>Hệ cơ sở dữ liệu</a:t>
            </a:r>
            <a:r>
              <a:rPr lang="en-US" sz="1800" dirty="0">
                <a:latin typeface="+mn-lt"/>
              </a:rPr>
              <a:t>: Quản </a:t>
            </a:r>
            <a:r>
              <a:rPr lang="en-US" sz="1800" dirty="0" err="1">
                <a:latin typeface="+mn-lt"/>
              </a:rPr>
              <a:t>lý</a:t>
            </a:r>
            <a:r>
              <a:rPr lang="en-US" sz="1800" dirty="0">
                <a:latin typeface="+mn-lt"/>
              </a:rPr>
              <a:t> </a:t>
            </a:r>
            <a:r>
              <a:rPr lang="en-US" sz="1800" dirty="0" err="1">
                <a:latin typeface="+mn-lt"/>
              </a:rPr>
              <a:t>dữ</a:t>
            </a:r>
            <a:r>
              <a:rPr lang="en-US" sz="1800" dirty="0">
                <a:latin typeface="+mn-lt"/>
              </a:rPr>
              <a:t> </a:t>
            </a:r>
            <a:r>
              <a:rPr lang="en-US" sz="1800" dirty="0" err="1">
                <a:latin typeface="+mn-lt"/>
              </a:rPr>
              <a:t>liệu</a:t>
            </a:r>
            <a:r>
              <a:rPr lang="en-US" sz="1800" dirty="0">
                <a:latin typeface="+mn-lt"/>
              </a:rPr>
              <a:t> </a:t>
            </a:r>
            <a:r>
              <a:rPr lang="en-US" sz="1800" dirty="0" err="1">
                <a:latin typeface="+mn-lt"/>
              </a:rPr>
              <a:t>và</a:t>
            </a:r>
            <a:r>
              <a:rPr lang="en-US" sz="1800" dirty="0">
                <a:latin typeface="+mn-lt"/>
              </a:rPr>
              <a:t> </a:t>
            </a:r>
            <a:r>
              <a:rPr lang="en-US" sz="1800" dirty="0" err="1">
                <a:latin typeface="+mn-lt"/>
              </a:rPr>
              <a:t>lưu</a:t>
            </a:r>
            <a:r>
              <a:rPr lang="en-US" sz="1800" dirty="0">
                <a:latin typeface="+mn-lt"/>
              </a:rPr>
              <a:t> </a:t>
            </a:r>
            <a:r>
              <a:rPr lang="en-US" sz="1800" dirty="0" err="1">
                <a:latin typeface="+mn-lt"/>
              </a:rPr>
              <a:t>vết</a:t>
            </a:r>
            <a:r>
              <a:rPr lang="vi-VN" sz="1800" dirty="0">
                <a:latin typeface="+mn-lt"/>
              </a:rPr>
              <a:t>. </a:t>
            </a:r>
          </a:p>
          <a:p>
            <a:pPr marL="0" indent="0">
              <a:buNone/>
            </a:pPr>
            <a:endParaRPr lang="en-US" sz="1800" dirty="0">
              <a:latin typeface="+mn-lt"/>
            </a:endParaRPr>
          </a:p>
        </p:txBody>
      </p:sp>
    </p:spTree>
    <p:extLst>
      <p:ext uri="{BB962C8B-B14F-4D97-AF65-F5344CB8AC3E}">
        <p14:creationId xmlns:p14="http://schemas.microsoft.com/office/powerpoint/2010/main" val="3651498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49E487-9EB8-CE7A-0A03-868FEE58AFFD}"/>
              </a:ext>
            </a:extLst>
          </p:cNvPr>
          <p:cNvSpPr>
            <a:spLocks noGrp="1"/>
          </p:cNvSpPr>
          <p:nvPr>
            <p:ph type="sldNum" sz="quarter" idx="12"/>
          </p:nvPr>
        </p:nvSpPr>
        <p:spPr/>
        <p:txBody>
          <a:bodyPr/>
          <a:lstStyle/>
          <a:p>
            <a:fld id="{9EA0BE3B-158A-4EDF-80DC-E394A0D1600F}" type="slidenum">
              <a:rPr lang="en-US" smtClean="0">
                <a:latin typeface="Arial" panose="020B0604020202020204" pitchFamily="34" charset="0"/>
                <a:cs typeface="Arial" panose="020B0604020202020204" pitchFamily="34" charset="0"/>
              </a:rPr>
              <a:pPr/>
              <a:t>9</a:t>
            </a:fld>
            <a:endParaRPr lang="en-US" dirty="0">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9D5B5CD5-D94D-6795-E701-DB8D7DF7E10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2.3. Công </a:t>
            </a:r>
            <a:r>
              <a:rPr lang="en-US" dirty="0" err="1">
                <a:latin typeface="Arial" panose="020B0604020202020204" pitchFamily="34" charset="0"/>
                <a:cs typeface="Arial" panose="020B0604020202020204" pitchFamily="34" charset="0"/>
              </a:rPr>
              <a:t>nghệ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endParaRPr lang="en-US"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A14ECFF5-1510-6588-3B3F-D7E151356933}"/>
              </a:ext>
            </a:extLst>
          </p:cNvPr>
          <p:cNvSpPr>
            <a:spLocks noGrp="1"/>
          </p:cNvSpPr>
          <p:nvPr>
            <p:ph type="body" sz="quarter" idx="13"/>
          </p:nvPr>
        </p:nvSpPr>
        <p:spPr>
          <a:xfrm>
            <a:off x="250683" y="1159481"/>
            <a:ext cx="8674100" cy="4868449"/>
          </a:xfrm>
        </p:spPr>
        <p:txBody>
          <a:bodyPr/>
          <a:lstStyle/>
          <a:p>
            <a:endParaRPr lang="en-US" dirty="0">
              <a:latin typeface="Arial" panose="020B0604020202020204" pitchFamily="34"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34498F0E-607A-C343-2CC6-13C4FC15A496}"/>
              </a:ext>
            </a:extLst>
          </p:cNvPr>
          <p:cNvGraphicFramePr/>
          <p:nvPr>
            <p:extLst>
              <p:ext uri="{D42A27DB-BD31-4B8C-83A1-F6EECF244321}">
                <p14:modId xmlns:p14="http://schemas.microsoft.com/office/powerpoint/2010/main" val="3318288989"/>
              </p:ext>
            </p:extLst>
          </p:nvPr>
        </p:nvGraphicFramePr>
        <p:xfrm>
          <a:off x="122451" y="960004"/>
          <a:ext cx="8930563"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F65F4791-0EDF-016A-8D11-9C789D35B38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0050" y="4897494"/>
            <a:ext cx="1814513" cy="873992"/>
          </a:xfrm>
          <a:prstGeom prst="rect">
            <a:avLst/>
          </a:prstGeom>
        </p:spPr>
      </p:pic>
      <p:pic>
        <p:nvPicPr>
          <p:cNvPr id="12" name="Picture 11">
            <a:extLst>
              <a:ext uri="{FF2B5EF4-FFF2-40B4-BE49-F238E27FC236}">
                <a16:creationId xmlns:a16="http://schemas.microsoft.com/office/drawing/2014/main" id="{0553E4B6-FC48-99CE-89F2-F745F4B48F7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33674" y="5060409"/>
            <a:ext cx="1590675" cy="513615"/>
          </a:xfrm>
          <a:prstGeom prst="rect">
            <a:avLst/>
          </a:prstGeom>
        </p:spPr>
      </p:pic>
      <p:pic>
        <p:nvPicPr>
          <p:cNvPr id="14" name="Picture 13">
            <a:extLst>
              <a:ext uri="{FF2B5EF4-FFF2-40B4-BE49-F238E27FC236}">
                <a16:creationId xmlns:a16="http://schemas.microsoft.com/office/drawing/2014/main" id="{F2A523FC-5FC1-3235-053B-F74E9097ED1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19652" y="4824527"/>
            <a:ext cx="1708150" cy="749497"/>
          </a:xfrm>
          <a:prstGeom prst="rect">
            <a:avLst/>
          </a:prstGeom>
        </p:spPr>
      </p:pic>
      <p:pic>
        <p:nvPicPr>
          <p:cNvPr id="16" name="Graphic 15">
            <a:extLst>
              <a:ext uri="{FF2B5EF4-FFF2-40B4-BE49-F238E27FC236}">
                <a16:creationId xmlns:a16="http://schemas.microsoft.com/office/drawing/2014/main" id="{5A0E892C-1AC1-D1B4-14FB-27981193DC6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811169" y="4824527"/>
            <a:ext cx="1814513" cy="873992"/>
          </a:xfrm>
          <a:prstGeom prst="rect">
            <a:avLst/>
          </a:prstGeom>
        </p:spPr>
      </p:pic>
    </p:spTree>
    <p:extLst>
      <p:ext uri="{BB962C8B-B14F-4D97-AF65-F5344CB8AC3E}">
        <p14:creationId xmlns:p14="http://schemas.microsoft.com/office/powerpoint/2010/main" val="1319864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1CF862-95E0-31A8-5AB5-4959832349A8}"/>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25209649-A8A8-7D3D-E993-4E6A44DA91F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2.4. </a:t>
            </a:r>
            <a:r>
              <a:rPr lang="vi-VN" dirty="0">
                <a:latin typeface="Arial" panose="020B0604020202020204" pitchFamily="34" charset="0"/>
                <a:cs typeface="Arial" panose="020B0604020202020204" pitchFamily="34" charset="0"/>
              </a:rPr>
              <a:t>Nền tảng lý thuyết trích xuất trắc lượng học</a:t>
            </a:r>
            <a:endParaRPr lang="en-US"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55ECD1F9-0FC4-9902-252B-7C4A262ED87C}"/>
                  </a:ext>
                </a:extLst>
              </p:cNvPr>
              <p:cNvSpPr>
                <a:spLocks noGrp="1"/>
              </p:cNvSpPr>
              <p:nvPr>
                <p:ph type="body" sz="quarter" idx="13"/>
              </p:nvPr>
            </p:nvSpPr>
            <p:spPr/>
            <p:txBody>
              <a:bodyPr/>
              <a:lstStyle/>
              <a:p>
                <a:r>
                  <a:rPr lang="vi-VN" sz="1800" dirty="0">
                    <a:latin typeface="+mn-lt"/>
                    <a:cs typeface="Arial" panose="020B0604020202020204" pitchFamily="34" charset="0"/>
                  </a:rPr>
                  <a:t>Trong hướng tiếp cận hiện đại dựa trên mạng nơ-ron tích chập sâu, đặc trưng hình học khuôn mặt được biểu diễn dưới dạng vector nhúng có số chiều cố định gồm 512 chiều thực.</a:t>
                </a:r>
                <a:endParaRPr lang="en-US" sz="1800" dirty="0">
                  <a:latin typeface="+mn-lt"/>
                  <a:cs typeface="Arial" panose="020B0604020202020204" pitchFamily="34" charset="0"/>
                </a:endParaRPr>
              </a:p>
              <a:p>
                <a:r>
                  <a:rPr lang="vi-VN" sz="1800" dirty="0">
                    <a:latin typeface="+mn-lt"/>
                    <a:cs typeface="Arial" panose="020B0604020202020204" pitchFamily="34" charset="0"/>
                  </a:rPr>
                  <a:t> Hai khuôn mặt thuộc cùng một người sẽ sinh ra hai vector nhúng có khoảng cách không gian nhỏ, ngược lại hai khuôn mặt của hai người khác nhau sẽ tạo ra khoảng cách lớn. </a:t>
                </a:r>
                <a:endParaRPr lang="en-US" sz="1800" dirty="0">
                  <a:latin typeface="+mn-lt"/>
                  <a:cs typeface="Arial" panose="020B0604020202020204" pitchFamily="34" charset="0"/>
                </a:endParaRPr>
              </a:p>
              <a:p>
                <a:r>
                  <a:rPr lang="vi-VN" sz="1800" dirty="0">
                    <a:latin typeface="+mn-lt"/>
                    <a:cs typeface="Arial" panose="020B0604020202020204" pitchFamily="34" charset="0"/>
                  </a:rPr>
                  <a:t>Độ tương đồng Cosine (Cosine similarity) giữa hai thực thể vector đặc trưng A và B được định nghĩa chính xác bởi phương trình</a:t>
                </a:r>
                <a:r>
                  <a:rPr lang="en-US" sz="1800" dirty="0">
                    <a:latin typeface="+mn-lt"/>
                    <a:cs typeface="Arial" panose="020B0604020202020204" pitchFamily="34" charset="0"/>
                  </a:rPr>
                  <a:t>:</a:t>
                </a:r>
              </a:p>
              <a:p>
                <a:pPr marL="0" indent="0">
                  <a:buNone/>
                </a:pPr>
                <a14:m>
                  <m:oMathPara xmlns:m="http://schemas.openxmlformats.org/officeDocument/2006/math">
                    <m:oMathParaPr>
                      <m:jc m:val="centerGroup"/>
                    </m:oMathParaPr>
                    <m:oMath xmlns:m="http://schemas.openxmlformats.org/officeDocument/2006/math">
                      <m:r>
                        <m:rPr>
                          <m:nor/>
                        </m:rPr>
                        <a:rPr lang="en-US" sz="1800">
                          <a:latin typeface="+mn-lt"/>
                        </a:rPr>
                        <m:t>similarity</m:t>
                      </m:r>
                      <m:r>
                        <m:rPr>
                          <m:nor/>
                        </m:rPr>
                        <a:rPr lang="en-US" sz="1800">
                          <a:latin typeface="+mn-lt"/>
                        </a:rPr>
                        <m:t>(</m:t>
                      </m:r>
                      <m:r>
                        <m:rPr>
                          <m:nor/>
                        </m:rPr>
                        <a:rPr lang="en-US" sz="1800">
                          <a:latin typeface="+mn-lt"/>
                        </a:rPr>
                        <m:t>A</m:t>
                      </m:r>
                      <m:r>
                        <m:rPr>
                          <m:nor/>
                        </m:rPr>
                        <a:rPr lang="en-US" sz="1800">
                          <a:latin typeface="+mn-lt"/>
                        </a:rPr>
                        <m:t>, </m:t>
                      </m:r>
                      <m:r>
                        <m:rPr>
                          <m:nor/>
                        </m:rPr>
                        <a:rPr lang="en-US" sz="1800">
                          <a:latin typeface="+mn-lt"/>
                        </a:rPr>
                        <m:t>B</m:t>
                      </m:r>
                      <m:r>
                        <m:rPr>
                          <m:nor/>
                        </m:rPr>
                        <a:rPr lang="en-US" sz="1800">
                          <a:latin typeface="+mn-lt"/>
                        </a:rPr>
                        <m:t>)</m:t>
                      </m:r>
                      <m:r>
                        <a:rPr lang="en-US" sz="1800" i="1" smtClean="0">
                          <a:latin typeface="+mn-lt"/>
                          <a:ea typeface="Cambria Math" panose="02040503050406030204" pitchFamily="18" charset="0"/>
                          <a:cs typeface="Arial" panose="020B0604020202020204" pitchFamily="34" charset="0"/>
                        </a:rPr>
                        <m:t>=</m:t>
                      </m:r>
                      <m:f>
                        <m:fPr>
                          <m:ctrlPr>
                            <a:rPr lang="en-US" sz="1800" i="1" smtClean="0">
                              <a:latin typeface="+mn-lt"/>
                              <a:cs typeface="Arial" panose="020B0604020202020204" pitchFamily="34" charset="0"/>
                            </a:rPr>
                          </m:ctrlPr>
                        </m:fPr>
                        <m:num>
                          <m:r>
                            <a:rPr lang="en-US" sz="1800" b="0" i="1" smtClean="0">
                              <a:latin typeface="+mn-lt"/>
                              <a:cs typeface="Arial" panose="020B0604020202020204" pitchFamily="34" charset="0"/>
                            </a:rPr>
                            <m:t>𝐴</m:t>
                          </m:r>
                          <m:r>
                            <a:rPr lang="en-US" sz="1800" b="0" i="1" smtClean="0">
                              <a:latin typeface="+mn-lt"/>
                              <a:cs typeface="Arial" panose="020B0604020202020204" pitchFamily="34" charset="0"/>
                            </a:rPr>
                            <m:t>.</m:t>
                          </m:r>
                          <m:r>
                            <a:rPr lang="en-US" sz="1800" b="0" i="1" smtClean="0">
                              <a:latin typeface="+mn-lt"/>
                              <a:cs typeface="Arial" panose="020B0604020202020204" pitchFamily="34" charset="0"/>
                            </a:rPr>
                            <m:t>𝐵</m:t>
                          </m:r>
                        </m:num>
                        <m:den>
                          <m:d>
                            <m:dPr>
                              <m:begChr m:val="|"/>
                              <m:endChr m:val="|"/>
                              <m:ctrlPr>
                                <a:rPr lang="en-US" sz="1800" b="0" i="1" smtClean="0">
                                  <a:latin typeface="+mn-lt"/>
                                  <a:cs typeface="Arial" panose="020B0604020202020204" pitchFamily="34" charset="0"/>
                                </a:rPr>
                              </m:ctrlPr>
                            </m:dPr>
                            <m:e>
                              <m:r>
                                <a:rPr lang="en-US" sz="1800" b="0" i="1" smtClean="0">
                                  <a:latin typeface="+mn-lt"/>
                                  <a:cs typeface="Arial" panose="020B0604020202020204" pitchFamily="34" charset="0"/>
                                </a:rPr>
                                <m:t>|</m:t>
                              </m:r>
                              <m:r>
                                <a:rPr lang="en-US" sz="1800" b="0" i="1" smtClean="0">
                                  <a:latin typeface="+mn-lt"/>
                                  <a:cs typeface="Arial" panose="020B0604020202020204" pitchFamily="34" charset="0"/>
                                </a:rPr>
                                <m:t>𝐴</m:t>
                              </m:r>
                              <m:r>
                                <a:rPr lang="en-US" sz="1800" b="0" i="1" smtClean="0">
                                  <a:latin typeface="+mn-lt"/>
                                  <a:cs typeface="Arial" panose="020B0604020202020204" pitchFamily="34" charset="0"/>
                                </a:rPr>
                                <m:t>||×||</m:t>
                              </m:r>
                              <m:r>
                                <a:rPr lang="en-US" sz="1800" b="0" i="1" smtClean="0">
                                  <a:latin typeface="+mn-lt"/>
                                  <a:ea typeface="Cambria Math" panose="02040503050406030204" pitchFamily="18" charset="0"/>
                                  <a:cs typeface="Arial" panose="020B0604020202020204" pitchFamily="34" charset="0"/>
                                </a:rPr>
                                <m:t>𝐵</m:t>
                              </m:r>
                              <m:r>
                                <a:rPr lang="en-US" sz="1800" b="0" i="1" smtClean="0">
                                  <a:latin typeface="+mn-lt"/>
                                  <a:ea typeface="Cambria Math" panose="02040503050406030204" pitchFamily="18" charset="0"/>
                                  <a:cs typeface="Arial" panose="020B0604020202020204" pitchFamily="34" charset="0"/>
                                </a:rPr>
                                <m:t>|</m:t>
                              </m:r>
                            </m:e>
                          </m:d>
                        </m:den>
                      </m:f>
                    </m:oMath>
                  </m:oMathPara>
                </a14:m>
                <a:endParaRPr lang="en-US" sz="1800" dirty="0">
                  <a:latin typeface="+mn-lt"/>
                  <a:cs typeface="Arial" panose="020B0604020202020204" pitchFamily="34" charset="0"/>
                </a:endParaRPr>
              </a:p>
              <a:p>
                <a:r>
                  <a:rPr lang="vi-VN" sz="1800" dirty="0">
                    <a:latin typeface="+mn-lt"/>
                    <a:cs typeface="Arial" panose="020B0604020202020204" pitchFamily="34" charset="0"/>
                  </a:rPr>
                  <a:t>Kết quả nằm trong không gian khoảng [−1, 1], giá trị càng tịnh tiến về ngưỡng 1 thể hiện độ tương đồng hình học càng cao</a:t>
                </a:r>
                <a:r>
                  <a:rPr lang="en-US" sz="1800" dirty="0">
                    <a:latin typeface="+mn-lt"/>
                    <a:cs typeface="Arial" panose="020B0604020202020204" pitchFamily="34" charset="0"/>
                  </a:rPr>
                  <a:t>.</a:t>
                </a:r>
              </a:p>
            </p:txBody>
          </p:sp>
        </mc:Choice>
        <mc:Fallback>
          <p:sp>
            <p:nvSpPr>
              <p:cNvPr id="4" name="Text Placeholder 3">
                <a:extLst>
                  <a:ext uri="{FF2B5EF4-FFF2-40B4-BE49-F238E27FC236}">
                    <a16:creationId xmlns:a16="http://schemas.microsoft.com/office/drawing/2014/main" id="{55ECD1F9-0FC4-9902-252B-7C4A262ED87C}"/>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492" t="-1069" r="-1055"/>
                </a:stretch>
              </a:blipFill>
            </p:spPr>
            <p:txBody>
              <a:bodyPr/>
              <a:lstStyle/>
              <a:p>
                <a:r>
                  <a:rPr lang="en-US">
                    <a:noFill/>
                  </a:rPr>
                  <a:t> </a:t>
                </a:r>
              </a:p>
            </p:txBody>
          </p:sp>
        </mc:Fallback>
      </mc:AlternateContent>
    </p:spTree>
    <p:extLst>
      <p:ext uri="{BB962C8B-B14F-4D97-AF65-F5344CB8AC3E}">
        <p14:creationId xmlns:p14="http://schemas.microsoft.com/office/powerpoint/2010/main" val="120733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5C470A-A9CC-395E-1BAD-050CEDE74C59}"/>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69DD811B-FF4E-92ED-489A-09F06F54A3A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2.5. Quy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vụ</a:t>
            </a:r>
            <a:endParaRPr lang="en-US"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C0D6DEA-AAC0-F0A4-7977-1F1BD6C8C6BB}"/>
              </a:ext>
            </a:extLst>
          </p:cNvPr>
          <p:cNvSpPr>
            <a:spLocks noGrp="1"/>
          </p:cNvSpPr>
          <p:nvPr>
            <p:ph type="body" sz="quarter" idx="13"/>
          </p:nvPr>
        </p:nvSpPr>
        <p:spPr>
          <a:blipFill>
            <a:blip r:embed="rId2"/>
            <a:stretch>
              <a:fillRect/>
            </a:stretch>
          </a:blipFill>
        </p:spPr>
        <p:txBody>
          <a:bodyPr/>
          <a:lstStyle/>
          <a:p>
            <a:pPr marL="0" indent="0">
              <a:buNone/>
            </a:pPr>
            <a:endParaRPr lang="en-US" dirty="0"/>
          </a:p>
        </p:txBody>
      </p:sp>
      <p:sp>
        <p:nvSpPr>
          <p:cNvPr id="10" name="TextBox 9">
            <a:extLst>
              <a:ext uri="{FF2B5EF4-FFF2-40B4-BE49-F238E27FC236}">
                <a16:creationId xmlns:a16="http://schemas.microsoft.com/office/drawing/2014/main" id="{9031C65E-0437-96C0-1011-33588E2F31E1}"/>
              </a:ext>
            </a:extLst>
          </p:cNvPr>
          <p:cNvSpPr txBox="1"/>
          <p:nvPr/>
        </p:nvSpPr>
        <p:spPr>
          <a:xfrm>
            <a:off x="2899410" y="6095999"/>
            <a:ext cx="3345180" cy="369332"/>
          </a:xfrm>
          <a:prstGeom prst="rect">
            <a:avLst/>
          </a:prstGeom>
          <a:noFill/>
        </p:spPr>
        <p:txBody>
          <a:bodyPr wrap="square" rtlCol="0">
            <a:spAutoFit/>
          </a:bodyPr>
          <a:lstStyle/>
          <a:p>
            <a:r>
              <a:rPr lang="en-US" dirty="0" err="1"/>
              <a:t>Sơ</a:t>
            </a:r>
            <a:r>
              <a:rPr lang="en-US" dirty="0"/>
              <a:t> </a:t>
            </a:r>
            <a:r>
              <a:rPr lang="en-US" dirty="0" err="1"/>
              <a:t>đồ</a:t>
            </a:r>
            <a:r>
              <a:rPr lang="en-US" dirty="0"/>
              <a:t> </a:t>
            </a:r>
            <a:r>
              <a:rPr lang="en-US" dirty="0" err="1"/>
              <a:t>hoạt</a:t>
            </a:r>
            <a:r>
              <a:rPr lang="en-US" dirty="0"/>
              <a:t> </a:t>
            </a:r>
            <a:r>
              <a:rPr lang="en-US" dirty="0" err="1"/>
              <a:t>động</a:t>
            </a:r>
            <a:r>
              <a:rPr lang="en-US" dirty="0"/>
              <a:t> </a:t>
            </a:r>
            <a:r>
              <a:rPr lang="en-US" dirty="0" err="1"/>
              <a:t>luồng</a:t>
            </a:r>
            <a:r>
              <a:rPr lang="en-US" dirty="0"/>
              <a:t> Pending</a:t>
            </a:r>
          </a:p>
        </p:txBody>
      </p:sp>
    </p:spTree>
    <p:extLst>
      <p:ext uri="{BB962C8B-B14F-4D97-AF65-F5344CB8AC3E}">
        <p14:creationId xmlns:p14="http://schemas.microsoft.com/office/powerpoint/2010/main" val="1431063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2.5. Quy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vụ</a:t>
            </a:r>
            <a:endParaRPr lang="en-US"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D7A5E0C5-7F9C-BDE6-162B-F94E54DA8B01}"/>
              </a:ext>
            </a:extLst>
          </p:cNvPr>
          <p:cNvSpPr>
            <a:spLocks noGrp="1"/>
          </p:cNvSpPr>
          <p:nvPr>
            <p:ph type="body" sz="quarter" idx="13"/>
          </p:nvPr>
        </p:nvSpPr>
        <p:spPr>
          <a:blipFill>
            <a:blip r:embed="rId2"/>
            <a:stretch>
              <a:fillRect/>
            </a:stretch>
          </a:blipFill>
        </p:spPr>
        <p:txBody>
          <a:bodyPr/>
          <a:lstStyle/>
          <a:p>
            <a:pPr marL="0" indent="0">
              <a:buNone/>
            </a:pPr>
            <a:endParaRPr lang="en-US" dirty="0"/>
          </a:p>
        </p:txBody>
      </p:sp>
      <p:sp>
        <p:nvSpPr>
          <p:cNvPr id="5" name="TextBox 4">
            <a:extLst>
              <a:ext uri="{FF2B5EF4-FFF2-40B4-BE49-F238E27FC236}">
                <a16:creationId xmlns:a16="http://schemas.microsoft.com/office/drawing/2014/main" id="{BD01923A-712B-5D17-D853-470AF5E0BD63}"/>
              </a:ext>
            </a:extLst>
          </p:cNvPr>
          <p:cNvSpPr txBox="1"/>
          <p:nvPr/>
        </p:nvSpPr>
        <p:spPr>
          <a:xfrm>
            <a:off x="2899410" y="6095999"/>
            <a:ext cx="3345180" cy="369332"/>
          </a:xfrm>
          <a:prstGeom prst="rect">
            <a:avLst/>
          </a:prstGeom>
          <a:noFill/>
        </p:spPr>
        <p:txBody>
          <a:bodyPr wrap="square" rtlCol="0">
            <a:spAutoFit/>
          </a:bodyPr>
          <a:lstStyle/>
          <a:p>
            <a:r>
              <a:rPr lang="en-US" dirty="0" err="1"/>
              <a:t>Sơ</a:t>
            </a:r>
            <a:r>
              <a:rPr lang="en-US" dirty="0"/>
              <a:t> </a:t>
            </a:r>
            <a:r>
              <a:rPr lang="en-US" dirty="0" err="1"/>
              <a:t>đồ</a:t>
            </a:r>
            <a:r>
              <a:rPr lang="en-US" dirty="0"/>
              <a:t> </a:t>
            </a:r>
            <a:r>
              <a:rPr lang="en-US" dirty="0" err="1"/>
              <a:t>hoạt</a:t>
            </a:r>
            <a:r>
              <a:rPr lang="en-US" dirty="0"/>
              <a:t> </a:t>
            </a:r>
            <a:r>
              <a:rPr lang="en-US" dirty="0" err="1"/>
              <a:t>động</a:t>
            </a:r>
            <a:r>
              <a:rPr lang="en-US" dirty="0"/>
              <a:t> </a:t>
            </a:r>
            <a:r>
              <a:rPr lang="en-US" dirty="0" err="1"/>
              <a:t>luồng</a:t>
            </a:r>
            <a:r>
              <a:rPr lang="en-US" dirty="0"/>
              <a:t> Active</a:t>
            </a:r>
          </a:p>
        </p:txBody>
      </p:sp>
    </p:spTree>
    <p:extLst>
      <p:ext uri="{BB962C8B-B14F-4D97-AF65-F5344CB8AC3E}">
        <p14:creationId xmlns:p14="http://schemas.microsoft.com/office/powerpoint/2010/main" val="644728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637643-43AE-8398-D13B-69C569FBC458}"/>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7" name="Content Placeholder 6">
            <a:extLst>
              <a:ext uri="{FF2B5EF4-FFF2-40B4-BE49-F238E27FC236}">
                <a16:creationId xmlns:a16="http://schemas.microsoft.com/office/drawing/2014/main" id="{16C846D1-2E79-6B10-DAA0-4A37F3E9EFC2}"/>
              </a:ext>
            </a:extLst>
          </p:cNvPr>
          <p:cNvSpPr>
            <a:spLocks noGrp="1"/>
          </p:cNvSpPr>
          <p:nvPr>
            <p:ph sz="half" idx="1"/>
          </p:nvPr>
        </p:nvSpPr>
        <p:spPr>
          <a:xfrm>
            <a:off x="528828" y="1552575"/>
            <a:ext cx="3166872" cy="4222052"/>
          </a:xfrm>
        </p:spPr>
        <p:txBody>
          <a:bodyPr/>
          <a:lstStyle/>
          <a:p>
            <a:pPr marL="0" indent="0">
              <a:buNone/>
            </a:pPr>
            <a:r>
              <a:rPr lang="en-US" sz="1800" b="1" dirty="0"/>
              <a:t>Các </a:t>
            </a:r>
            <a:r>
              <a:rPr lang="en-US" sz="1800" b="1" dirty="0" err="1"/>
              <a:t>nhóm</a:t>
            </a:r>
            <a:r>
              <a:rPr lang="en-US" sz="1800" b="1" dirty="0"/>
              <a:t> </a:t>
            </a:r>
            <a:r>
              <a:rPr lang="en-US" sz="1800" b="1" dirty="0" err="1"/>
              <a:t>dữ</a:t>
            </a:r>
            <a:r>
              <a:rPr lang="en-US" sz="1800" b="1" dirty="0"/>
              <a:t> </a:t>
            </a:r>
            <a:r>
              <a:rPr lang="en-US" sz="1800" b="1" dirty="0" err="1"/>
              <a:t>liệu</a:t>
            </a:r>
            <a:r>
              <a:rPr lang="en-US" sz="1800" b="1" dirty="0"/>
              <a:t> </a:t>
            </a:r>
            <a:r>
              <a:rPr lang="en-US" sz="1800" b="1" dirty="0" err="1"/>
              <a:t>chính</a:t>
            </a:r>
            <a:r>
              <a:rPr lang="en-US" sz="1800" b="1" dirty="0"/>
              <a:t>:</a:t>
            </a:r>
          </a:p>
          <a:p>
            <a:r>
              <a:rPr lang="en-US" sz="1800" dirty="0" err="1"/>
              <a:t>Dữ</a:t>
            </a:r>
            <a:r>
              <a:rPr lang="en-US" sz="1800" dirty="0"/>
              <a:t> </a:t>
            </a:r>
            <a:r>
              <a:rPr lang="en-US" sz="1800" dirty="0" err="1"/>
              <a:t>liệu</a:t>
            </a:r>
            <a:r>
              <a:rPr lang="en-US" sz="1800" dirty="0"/>
              <a:t> </a:t>
            </a:r>
            <a:r>
              <a:rPr lang="en-US" sz="1800" dirty="0" err="1"/>
              <a:t>quản</a:t>
            </a:r>
            <a:r>
              <a:rPr lang="en-US" sz="1800" dirty="0"/>
              <a:t> </a:t>
            </a:r>
            <a:r>
              <a:rPr lang="en-US" sz="1800" dirty="0" err="1"/>
              <a:t>trị</a:t>
            </a:r>
            <a:r>
              <a:rPr lang="en-US" sz="1800" dirty="0"/>
              <a:t> </a:t>
            </a:r>
            <a:r>
              <a:rPr lang="en-US" sz="1800" dirty="0" err="1"/>
              <a:t>hệ</a:t>
            </a:r>
            <a:r>
              <a:rPr lang="en-US" sz="1800" dirty="0"/>
              <a:t> </a:t>
            </a:r>
            <a:r>
              <a:rPr lang="en-US" sz="1800" dirty="0" err="1"/>
              <a:t>thống</a:t>
            </a:r>
            <a:r>
              <a:rPr lang="en-US" sz="1800" dirty="0"/>
              <a:t>: User, Role, </a:t>
            </a:r>
            <a:r>
              <a:rPr lang="en-US" sz="1800" dirty="0" err="1"/>
              <a:t>UserRole</a:t>
            </a:r>
            <a:r>
              <a:rPr lang="en-US" sz="1800" dirty="0"/>
              <a:t>, </a:t>
            </a:r>
            <a:r>
              <a:rPr lang="en-US" sz="1800" dirty="0" err="1"/>
              <a:t>VerificationOTP</a:t>
            </a:r>
            <a:r>
              <a:rPr lang="en-US" sz="1800" dirty="0"/>
              <a:t>.</a:t>
            </a:r>
          </a:p>
          <a:p>
            <a:r>
              <a:rPr lang="en-US" sz="1800" dirty="0" err="1"/>
              <a:t>Đối</a:t>
            </a:r>
            <a:r>
              <a:rPr lang="en-US" sz="1800" dirty="0"/>
              <a:t> </a:t>
            </a:r>
            <a:r>
              <a:rPr lang="en-US" sz="1800" dirty="0" err="1"/>
              <a:t>tượng</a:t>
            </a:r>
            <a:r>
              <a:rPr lang="en-US" sz="1800" dirty="0"/>
              <a:t> </a:t>
            </a:r>
            <a:r>
              <a:rPr lang="en-US" sz="1800" dirty="0" err="1"/>
              <a:t>sinh</a:t>
            </a:r>
            <a:r>
              <a:rPr lang="en-US" sz="1800" dirty="0"/>
              <a:t> </a:t>
            </a:r>
            <a:r>
              <a:rPr lang="en-US" sz="1800" dirty="0" err="1"/>
              <a:t>trắc</a:t>
            </a:r>
            <a:r>
              <a:rPr lang="en-US" sz="1800" dirty="0"/>
              <a:t> </a:t>
            </a:r>
            <a:r>
              <a:rPr lang="en-US" sz="1800" dirty="0" err="1"/>
              <a:t>học</a:t>
            </a:r>
            <a:r>
              <a:rPr lang="en-US" sz="1800" dirty="0"/>
              <a:t> </a:t>
            </a:r>
            <a:r>
              <a:rPr lang="en-US" sz="1800" dirty="0" err="1"/>
              <a:t>và</a:t>
            </a:r>
            <a:r>
              <a:rPr lang="en-US" sz="1800" dirty="0"/>
              <a:t> </a:t>
            </a:r>
            <a:r>
              <a:rPr lang="en-US" sz="1800" dirty="0" err="1"/>
              <a:t>thiết</a:t>
            </a:r>
            <a:r>
              <a:rPr lang="en-US" sz="1800" dirty="0"/>
              <a:t> </a:t>
            </a:r>
            <a:r>
              <a:rPr lang="en-US" sz="1800" dirty="0" err="1"/>
              <a:t>bị</a:t>
            </a:r>
            <a:r>
              <a:rPr lang="en-US" sz="1800" dirty="0"/>
              <a:t>: Employee, Device.</a:t>
            </a:r>
          </a:p>
          <a:p>
            <a:r>
              <a:rPr lang="en-US" sz="1800" dirty="0" err="1"/>
              <a:t>Phân</a:t>
            </a:r>
            <a:r>
              <a:rPr lang="en-US" sz="1800" dirty="0"/>
              <a:t> </a:t>
            </a:r>
            <a:r>
              <a:rPr lang="en-US" sz="1800" dirty="0" err="1"/>
              <a:t>quyền</a:t>
            </a:r>
            <a:r>
              <a:rPr lang="en-US" sz="1800" dirty="0"/>
              <a:t> </a:t>
            </a:r>
            <a:r>
              <a:rPr lang="en-US" sz="1800" dirty="0" err="1"/>
              <a:t>vào</a:t>
            </a:r>
            <a:r>
              <a:rPr lang="en-US" sz="1800" dirty="0"/>
              <a:t>/</a:t>
            </a:r>
            <a:r>
              <a:rPr lang="en-US" sz="1800" dirty="0" err="1"/>
              <a:t>ra</a:t>
            </a:r>
            <a:r>
              <a:rPr lang="en-US" sz="1800" dirty="0"/>
              <a:t>: </a:t>
            </a:r>
            <a:r>
              <a:rPr lang="en-US" sz="1800" dirty="0" err="1"/>
              <a:t>AccessPermission</a:t>
            </a:r>
            <a:r>
              <a:rPr lang="en-US" sz="1800" dirty="0"/>
              <a:t>.</a:t>
            </a:r>
          </a:p>
          <a:p>
            <a:r>
              <a:rPr lang="en-US" sz="1800" dirty="0"/>
              <a:t>Nhật </a:t>
            </a:r>
            <a:r>
              <a:rPr lang="en-US" sz="1800" dirty="0" err="1"/>
              <a:t>ký</a:t>
            </a:r>
            <a:r>
              <a:rPr lang="en-US" sz="1800" dirty="0"/>
              <a:t> </a:t>
            </a:r>
            <a:r>
              <a:rPr lang="en-US" sz="1800" dirty="0" err="1"/>
              <a:t>và</a:t>
            </a:r>
            <a:r>
              <a:rPr lang="en-US" sz="1800" dirty="0"/>
              <a:t> </a:t>
            </a:r>
            <a:r>
              <a:rPr lang="en-US" sz="1800" dirty="0" err="1"/>
              <a:t>đối</a:t>
            </a:r>
            <a:r>
              <a:rPr lang="en-US" sz="1800" dirty="0"/>
              <a:t> </a:t>
            </a:r>
            <a:r>
              <a:rPr lang="en-US" sz="1800" dirty="0" err="1"/>
              <a:t>soát</a:t>
            </a:r>
            <a:r>
              <a:rPr lang="en-US" sz="1800" dirty="0"/>
              <a:t>: </a:t>
            </a:r>
            <a:r>
              <a:rPr lang="en-US" sz="1800" dirty="0" err="1"/>
              <a:t>AttendanceLog</a:t>
            </a:r>
            <a:endParaRPr lang="en-US" sz="1800" dirty="0"/>
          </a:p>
        </p:txBody>
      </p:sp>
      <p:pic>
        <p:nvPicPr>
          <p:cNvPr id="10" name="Content Placeholder 9">
            <a:extLst>
              <a:ext uri="{FF2B5EF4-FFF2-40B4-BE49-F238E27FC236}">
                <a16:creationId xmlns:a16="http://schemas.microsoft.com/office/drawing/2014/main" id="{3D84AC05-3D91-D5BB-CA3C-C3F8F5CCAD6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717798" y="1781175"/>
            <a:ext cx="5191125" cy="2990850"/>
          </a:xfrm>
          <a:prstGeom prst="rect">
            <a:avLst/>
          </a:prstGeom>
        </p:spPr>
      </p:pic>
      <p:sp>
        <p:nvSpPr>
          <p:cNvPr id="3" name="Title 2">
            <a:extLst>
              <a:ext uri="{FF2B5EF4-FFF2-40B4-BE49-F238E27FC236}">
                <a16:creationId xmlns:a16="http://schemas.microsoft.com/office/drawing/2014/main" id="{1CA23A5D-4BE5-7B0A-C87D-8D2ACAEC00C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2.6. </a:t>
            </a:r>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5274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A7ECF-1792-4255-AF79-1338056A166B}"/>
              </a:ext>
            </a:extLst>
          </p:cNvPr>
          <p:cNvSpPr>
            <a:spLocks noGrp="1"/>
          </p:cNvSpPr>
          <p:nvPr>
            <p:ph type="title"/>
          </p:nvPr>
        </p:nvSpPr>
        <p:spPr>
          <a:xfrm>
            <a:off x="3339845" y="3203130"/>
            <a:ext cx="5397627" cy="451739"/>
          </a:xfrm>
        </p:spPr>
        <p:txBody>
          <a:bodyPr/>
          <a:lstStyle/>
          <a:p>
            <a:r>
              <a:rPr lang="en-US" dirty="0">
                <a:solidFill>
                  <a:srgbClr val="C00000"/>
                </a:solidFill>
                <a:latin typeface="Arial" panose="020B0604020202020204" pitchFamily="34" charset="0"/>
                <a:cs typeface="Arial" panose="020B0604020202020204" pitchFamily="34" charset="0"/>
              </a:rPr>
              <a:t>3. </a:t>
            </a:r>
            <a:r>
              <a:rPr lang="en-US" dirty="0" err="1">
                <a:solidFill>
                  <a:srgbClr val="C00000"/>
                </a:solidFill>
                <a:latin typeface="Arial" panose="020B0604020202020204" pitchFamily="34" charset="0"/>
                <a:cs typeface="Arial" panose="020B0604020202020204" pitchFamily="34" charset="0"/>
              </a:rPr>
              <a:t>Kết</a:t>
            </a:r>
            <a:r>
              <a:rPr lang="en-US" dirty="0">
                <a:solidFill>
                  <a:srgbClr val="C00000"/>
                </a:solidFill>
                <a:latin typeface="Arial" panose="020B0604020202020204" pitchFamily="34" charset="0"/>
                <a:cs typeface="Arial" panose="020B0604020202020204" pitchFamily="34" charset="0"/>
              </a:rPr>
              <a:t> </a:t>
            </a:r>
            <a:r>
              <a:rPr lang="en-US" dirty="0" err="1">
                <a:solidFill>
                  <a:srgbClr val="C00000"/>
                </a:solidFill>
                <a:latin typeface="Arial" panose="020B0604020202020204" pitchFamily="34" charset="0"/>
                <a:cs typeface="Arial" panose="020B0604020202020204" pitchFamily="34" charset="0"/>
              </a:rPr>
              <a:t>quả</a:t>
            </a:r>
            <a:r>
              <a:rPr lang="en-US" dirty="0">
                <a:solidFill>
                  <a:srgbClr val="C00000"/>
                </a:solidFill>
                <a:latin typeface="Arial" panose="020B0604020202020204" pitchFamily="34" charset="0"/>
                <a:cs typeface="Arial" panose="020B0604020202020204" pitchFamily="34" charset="0"/>
              </a:rPr>
              <a:t> </a:t>
            </a:r>
            <a:r>
              <a:rPr lang="en-US" dirty="0" err="1">
                <a:solidFill>
                  <a:srgbClr val="C00000"/>
                </a:solidFill>
                <a:latin typeface="Arial" panose="020B0604020202020204" pitchFamily="34" charset="0"/>
                <a:cs typeface="Arial" panose="020B0604020202020204" pitchFamily="34" charset="0"/>
              </a:rPr>
              <a:t>thực</a:t>
            </a:r>
            <a:r>
              <a:rPr lang="en-US" dirty="0">
                <a:solidFill>
                  <a:srgbClr val="C00000"/>
                </a:solidFill>
                <a:latin typeface="Arial" panose="020B0604020202020204" pitchFamily="34" charset="0"/>
                <a:cs typeface="Arial" panose="020B0604020202020204" pitchFamily="34" charset="0"/>
              </a:rPr>
              <a:t> </a:t>
            </a:r>
            <a:r>
              <a:rPr lang="en-US" dirty="0" err="1">
                <a:solidFill>
                  <a:srgbClr val="C00000"/>
                </a:solidFill>
                <a:latin typeface="Arial" panose="020B0604020202020204" pitchFamily="34" charset="0"/>
                <a:cs typeface="Arial" panose="020B0604020202020204" pitchFamily="34" charset="0"/>
              </a:rPr>
              <a:t>nghiệm</a:t>
            </a:r>
            <a:br>
              <a:rPr lang="en-US" dirty="0">
                <a:latin typeface="Arial" panose="020B0604020202020204" pitchFamily="34" charset="0"/>
                <a:cs typeface="Arial" panose="020B0604020202020204" pitchFamily="34" charset="0"/>
              </a:rPr>
            </a:br>
            <a:endParaRPr lang="en-US" dirty="0"/>
          </a:p>
        </p:txBody>
      </p:sp>
      <p:sp>
        <p:nvSpPr>
          <p:cNvPr id="4" name="Slide Number Placeholder 3">
            <a:extLst>
              <a:ext uri="{FF2B5EF4-FFF2-40B4-BE49-F238E27FC236}">
                <a16:creationId xmlns:a16="http://schemas.microsoft.com/office/drawing/2014/main" id="{FB67697B-E2F6-452F-B4AF-9444ACC6F580}"/>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Tree>
    <p:extLst>
      <p:ext uri="{BB962C8B-B14F-4D97-AF65-F5344CB8AC3E}">
        <p14:creationId xmlns:p14="http://schemas.microsoft.com/office/powerpoint/2010/main" val="3194012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497C68-4D5E-DF6D-250A-0B699169E4F0}"/>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3" name="Title 2">
            <a:extLst>
              <a:ext uri="{FF2B5EF4-FFF2-40B4-BE49-F238E27FC236}">
                <a16:creationId xmlns:a16="http://schemas.microsoft.com/office/drawing/2014/main" id="{53CA4C4A-51B3-9DC7-112C-F537B8EA0469}"/>
              </a:ext>
            </a:extLst>
          </p:cNvPr>
          <p:cNvSpPr>
            <a:spLocks noGrp="1"/>
          </p:cNvSpPr>
          <p:nvPr>
            <p:ph type="title"/>
          </p:nvPr>
        </p:nvSpPr>
        <p:spPr/>
        <p:txBody>
          <a:bodyPr/>
          <a:lstStyle/>
          <a:p>
            <a:r>
              <a:rPr lang="en-US" dirty="0"/>
              <a:t>3.1. </a:t>
            </a:r>
            <a:r>
              <a:rPr lang="en-US" dirty="0" err="1"/>
              <a:t>Chức</a:t>
            </a:r>
            <a:r>
              <a:rPr lang="en-US" dirty="0"/>
              <a:t> </a:t>
            </a:r>
            <a:r>
              <a:rPr lang="en-US" dirty="0" err="1"/>
              <a:t>năng</a:t>
            </a:r>
            <a:r>
              <a:rPr lang="en-US" dirty="0"/>
              <a:t> </a:t>
            </a:r>
            <a:r>
              <a:rPr lang="en-US" dirty="0" err="1"/>
              <a:t>quản</a:t>
            </a:r>
            <a:r>
              <a:rPr lang="en-US" dirty="0"/>
              <a:t> </a:t>
            </a:r>
            <a:r>
              <a:rPr lang="en-US" dirty="0" err="1"/>
              <a:t>lý</a:t>
            </a:r>
            <a:r>
              <a:rPr lang="en-US" dirty="0"/>
              <a:t> </a:t>
            </a:r>
            <a:r>
              <a:rPr lang="en-US" dirty="0" err="1"/>
              <a:t>nhân</a:t>
            </a:r>
            <a:r>
              <a:rPr lang="en-US" dirty="0"/>
              <a:t> </a:t>
            </a:r>
            <a:r>
              <a:rPr lang="en-US" dirty="0" err="1"/>
              <a:t>viên</a:t>
            </a:r>
            <a:endParaRPr lang="en-US" dirty="0"/>
          </a:p>
        </p:txBody>
      </p:sp>
      <p:sp>
        <p:nvSpPr>
          <p:cNvPr id="4" name="Text Placeholder 3">
            <a:extLst>
              <a:ext uri="{FF2B5EF4-FFF2-40B4-BE49-F238E27FC236}">
                <a16:creationId xmlns:a16="http://schemas.microsoft.com/office/drawing/2014/main" id="{BBBDBE8C-8B2C-9BE7-2C6B-0019EBBED2DB}"/>
              </a:ext>
            </a:extLst>
          </p:cNvPr>
          <p:cNvSpPr>
            <a:spLocks noGrp="1"/>
          </p:cNvSpPr>
          <p:nvPr>
            <p:ph type="body" sz="quarter" idx="13"/>
          </p:nvPr>
        </p:nvSpPr>
        <p:spPr>
          <a:xfrm>
            <a:off x="349251" y="2247900"/>
            <a:ext cx="8204200" cy="3848099"/>
          </a:xfrm>
          <a:blipFill>
            <a:blip r:embed="rId2"/>
            <a:stretch>
              <a:fillRect/>
            </a:stretch>
          </a:blipFill>
        </p:spPr>
        <p:txBody>
          <a:bodyPr/>
          <a:lstStyle/>
          <a:p>
            <a:endParaRPr lang="en-US" dirty="0"/>
          </a:p>
        </p:txBody>
      </p:sp>
      <p:sp>
        <p:nvSpPr>
          <p:cNvPr id="5" name="TextBox 4">
            <a:extLst>
              <a:ext uri="{FF2B5EF4-FFF2-40B4-BE49-F238E27FC236}">
                <a16:creationId xmlns:a16="http://schemas.microsoft.com/office/drawing/2014/main" id="{6382E42D-04A4-AC96-AD13-1B33152195CE}"/>
              </a:ext>
            </a:extLst>
          </p:cNvPr>
          <p:cNvSpPr txBox="1"/>
          <p:nvPr/>
        </p:nvSpPr>
        <p:spPr>
          <a:xfrm>
            <a:off x="234950" y="1209675"/>
            <a:ext cx="7089775" cy="923330"/>
          </a:xfrm>
          <a:prstGeom prst="rect">
            <a:avLst/>
          </a:prstGeom>
          <a:noFill/>
        </p:spPr>
        <p:txBody>
          <a:bodyPr wrap="square" rtlCol="0">
            <a:spAutoFit/>
          </a:bodyPr>
          <a:lstStyle/>
          <a:p>
            <a:r>
              <a:rPr lang="en-US" b="1" dirty="0" err="1">
                <a:latin typeface="Arial" panose="020B0604020202020204" pitchFamily="34" charset="0"/>
                <a:cs typeface="Arial" panose="020B0604020202020204" pitchFamily="34" charset="0"/>
              </a:rPr>
              <a:t>Thêm</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sửa</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xóa</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nhân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viên</a:t>
            </a:r>
            <a:r>
              <a:rPr lang="en-US" b="1"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file excel.</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Thủ</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101281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8A2C0F-2123-9BAF-4366-9D70803716BC}"/>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3" name="Title 2">
            <a:extLst>
              <a:ext uri="{FF2B5EF4-FFF2-40B4-BE49-F238E27FC236}">
                <a16:creationId xmlns:a16="http://schemas.microsoft.com/office/drawing/2014/main" id="{1796C4A9-8978-4481-D370-F726E38F0ACC}"/>
              </a:ext>
            </a:extLst>
          </p:cNvPr>
          <p:cNvSpPr>
            <a:spLocks noGrp="1"/>
          </p:cNvSpPr>
          <p:nvPr>
            <p:ph type="title"/>
          </p:nvPr>
        </p:nvSpPr>
        <p:spPr/>
        <p:txBody>
          <a:bodyPr/>
          <a:lstStyle/>
          <a:p>
            <a:r>
              <a:rPr lang="en-US" dirty="0"/>
              <a:t>3.2. </a:t>
            </a:r>
            <a:r>
              <a:rPr lang="en-US" dirty="0" err="1"/>
              <a:t>Chức</a:t>
            </a:r>
            <a:r>
              <a:rPr lang="en-US" dirty="0"/>
              <a:t> </a:t>
            </a:r>
            <a:r>
              <a:rPr lang="en-US" dirty="0" err="1"/>
              <a:t>năng</a:t>
            </a:r>
            <a:r>
              <a:rPr lang="en-US" dirty="0"/>
              <a:t> </a:t>
            </a:r>
            <a:r>
              <a:rPr lang="en-US" dirty="0" err="1"/>
              <a:t>quản</a:t>
            </a:r>
            <a:r>
              <a:rPr lang="en-US" dirty="0"/>
              <a:t> </a:t>
            </a:r>
            <a:r>
              <a:rPr lang="en-US" dirty="0" err="1"/>
              <a:t>lý</a:t>
            </a:r>
            <a:r>
              <a:rPr lang="en-US" dirty="0"/>
              <a:t> </a:t>
            </a:r>
            <a:r>
              <a:rPr lang="en-US" dirty="0" err="1"/>
              <a:t>thiết</a:t>
            </a:r>
            <a:r>
              <a:rPr lang="en-US" dirty="0"/>
              <a:t> </a:t>
            </a:r>
            <a:r>
              <a:rPr lang="en-US" dirty="0" err="1"/>
              <a:t>bị</a:t>
            </a:r>
            <a:endParaRPr lang="en-US" dirty="0"/>
          </a:p>
        </p:txBody>
      </p:sp>
      <p:sp>
        <p:nvSpPr>
          <p:cNvPr id="4" name="Text Placeholder 3">
            <a:extLst>
              <a:ext uri="{FF2B5EF4-FFF2-40B4-BE49-F238E27FC236}">
                <a16:creationId xmlns:a16="http://schemas.microsoft.com/office/drawing/2014/main" id="{D64E1A56-EC88-D638-60D1-EA2FF5793DF2}"/>
              </a:ext>
            </a:extLst>
          </p:cNvPr>
          <p:cNvSpPr>
            <a:spLocks noGrp="1"/>
          </p:cNvSpPr>
          <p:nvPr>
            <p:ph type="body" sz="quarter" idx="13"/>
          </p:nvPr>
        </p:nvSpPr>
        <p:spPr>
          <a:xfrm>
            <a:off x="234950" y="2838450"/>
            <a:ext cx="8385175" cy="3257548"/>
          </a:xfrm>
          <a:blipFill>
            <a:blip r:embed="rId2"/>
            <a:stretch>
              <a:fillRect/>
            </a:stretch>
          </a:blipFill>
        </p:spPr>
        <p:txBody>
          <a:bodyPr/>
          <a:lstStyle/>
          <a:p>
            <a:endParaRPr lang="en-US" dirty="0"/>
          </a:p>
        </p:txBody>
      </p:sp>
      <p:sp>
        <p:nvSpPr>
          <p:cNvPr id="5" name="TextBox 4">
            <a:extLst>
              <a:ext uri="{FF2B5EF4-FFF2-40B4-BE49-F238E27FC236}">
                <a16:creationId xmlns:a16="http://schemas.microsoft.com/office/drawing/2014/main" id="{1C207421-C2C0-3BF8-F487-9244D049756B}"/>
              </a:ext>
            </a:extLst>
          </p:cNvPr>
          <p:cNvSpPr txBox="1"/>
          <p:nvPr/>
        </p:nvSpPr>
        <p:spPr>
          <a:xfrm>
            <a:off x="234950" y="1266825"/>
            <a:ext cx="8461375" cy="1200329"/>
          </a:xfrm>
          <a:prstGeom prst="rect">
            <a:avLst/>
          </a:prstGeom>
          <a:noFill/>
        </p:spPr>
        <p:txBody>
          <a:bodyPr wrap="square" rtlCol="0">
            <a:spAutoFit/>
          </a:bodyPr>
          <a:lstStyle/>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Thêm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xóa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bị</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Phân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cửa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tượng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gian</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Đồng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xuống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trạm</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cửa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xa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xem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danh</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9253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573841-0632-8097-E6D7-A165E80FFE8E}"/>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Title 2">
            <a:extLst>
              <a:ext uri="{FF2B5EF4-FFF2-40B4-BE49-F238E27FC236}">
                <a16:creationId xmlns:a16="http://schemas.microsoft.com/office/drawing/2014/main" id="{607460B7-A49F-FD80-F3AF-144572BA1DD8}"/>
              </a:ext>
            </a:extLst>
          </p:cNvPr>
          <p:cNvSpPr>
            <a:spLocks noGrp="1"/>
          </p:cNvSpPr>
          <p:nvPr>
            <p:ph type="title"/>
          </p:nvPr>
        </p:nvSpPr>
        <p:spPr/>
        <p:txBody>
          <a:bodyPr/>
          <a:lstStyle/>
          <a:p>
            <a:r>
              <a:rPr lang="en-US" dirty="0"/>
              <a:t>3.3. Nhật </a:t>
            </a:r>
            <a:r>
              <a:rPr lang="en-US" dirty="0" err="1"/>
              <a:t>ký</a:t>
            </a:r>
            <a:r>
              <a:rPr lang="en-US" dirty="0"/>
              <a:t> </a:t>
            </a:r>
            <a:r>
              <a:rPr lang="en-US" dirty="0" err="1"/>
              <a:t>điểm</a:t>
            </a:r>
            <a:r>
              <a:rPr lang="en-US" dirty="0"/>
              <a:t> </a:t>
            </a:r>
            <a:r>
              <a:rPr lang="en-US" dirty="0" err="1"/>
              <a:t>danh</a:t>
            </a:r>
            <a:endParaRPr lang="en-US" dirty="0"/>
          </a:p>
        </p:txBody>
      </p:sp>
      <p:sp>
        <p:nvSpPr>
          <p:cNvPr id="4" name="Text Placeholder 3">
            <a:extLst>
              <a:ext uri="{FF2B5EF4-FFF2-40B4-BE49-F238E27FC236}">
                <a16:creationId xmlns:a16="http://schemas.microsoft.com/office/drawing/2014/main" id="{5467B1F8-4681-F1E0-ED54-AE9B3901DA2B}"/>
              </a:ext>
            </a:extLst>
          </p:cNvPr>
          <p:cNvSpPr>
            <a:spLocks noGrp="1"/>
          </p:cNvSpPr>
          <p:nvPr>
            <p:ph type="body" sz="quarter" idx="13"/>
          </p:nvPr>
        </p:nvSpPr>
        <p:spPr>
          <a:xfrm>
            <a:off x="492125" y="2314575"/>
            <a:ext cx="7680960" cy="3657600"/>
          </a:xfrm>
          <a:blipFill>
            <a:blip r:embed="rId2"/>
            <a:srcRect/>
            <a:stretch>
              <a:fillRect l="-3673" r="-3673"/>
            </a:stretch>
          </a:blipFill>
        </p:spPr>
        <p:txBody>
          <a:bodyPr/>
          <a:lstStyle/>
          <a:p>
            <a:endParaRPr lang="en-US" dirty="0"/>
          </a:p>
        </p:txBody>
      </p:sp>
      <p:sp>
        <p:nvSpPr>
          <p:cNvPr id="6" name="TextBox 5">
            <a:extLst>
              <a:ext uri="{FF2B5EF4-FFF2-40B4-BE49-F238E27FC236}">
                <a16:creationId xmlns:a16="http://schemas.microsoft.com/office/drawing/2014/main" id="{F0E66F41-A191-D049-5B51-53921336FD7D}"/>
              </a:ext>
            </a:extLst>
          </p:cNvPr>
          <p:cNvSpPr txBox="1"/>
          <p:nvPr/>
        </p:nvSpPr>
        <p:spPr>
          <a:xfrm>
            <a:off x="387350" y="1130303"/>
            <a:ext cx="8128000" cy="1477328"/>
          </a:xfrm>
          <a:prstGeom prst="rect">
            <a:avLst/>
          </a:prstGeom>
          <a:noFill/>
        </p:spPr>
        <p:txBody>
          <a:bodyPr wrap="square" rtlCol="0">
            <a:spAutoFit/>
          </a:bodyPr>
          <a:lstStyle/>
          <a:p>
            <a:r>
              <a:rPr lang="en-US" dirty="0"/>
              <a:t>Hiển </a:t>
            </a:r>
            <a:r>
              <a:rPr lang="en-US" dirty="0" err="1"/>
              <a:t>thị</a:t>
            </a:r>
            <a:r>
              <a:rPr lang="en-US" dirty="0"/>
              <a:t> </a:t>
            </a:r>
            <a:r>
              <a:rPr lang="en-US" dirty="0" err="1"/>
              <a:t>nhật</a:t>
            </a:r>
            <a:r>
              <a:rPr lang="en-US" dirty="0"/>
              <a:t> </a:t>
            </a:r>
            <a:r>
              <a:rPr lang="en-US" dirty="0" err="1"/>
              <a:t>ký</a:t>
            </a:r>
            <a:r>
              <a:rPr lang="en-US" dirty="0"/>
              <a:t> </a:t>
            </a:r>
            <a:r>
              <a:rPr lang="en-US" dirty="0" err="1"/>
              <a:t>ra</a:t>
            </a:r>
            <a:r>
              <a:rPr lang="en-US" dirty="0"/>
              <a:t>/</a:t>
            </a:r>
            <a:r>
              <a:rPr lang="en-US" dirty="0" err="1"/>
              <a:t>vào</a:t>
            </a:r>
            <a:r>
              <a:rPr lang="en-US" dirty="0"/>
              <a:t> </a:t>
            </a:r>
            <a:r>
              <a:rPr lang="en-US" dirty="0" err="1"/>
              <a:t>cửa</a:t>
            </a:r>
            <a:r>
              <a:rPr lang="en-US" dirty="0"/>
              <a:t> </a:t>
            </a:r>
            <a:r>
              <a:rPr lang="en-US" dirty="0" err="1"/>
              <a:t>kèm</a:t>
            </a:r>
            <a:r>
              <a:rPr lang="en-US" dirty="0"/>
              <a:t> </a:t>
            </a:r>
            <a:r>
              <a:rPr lang="en-US" dirty="0" err="1"/>
              <a:t>thông</a:t>
            </a:r>
            <a:r>
              <a:rPr lang="en-US" dirty="0"/>
              <a:t> tin </a:t>
            </a:r>
            <a:r>
              <a:rPr lang="en-US" dirty="0" err="1"/>
              <a:t>đối</a:t>
            </a:r>
            <a:r>
              <a:rPr lang="en-US" dirty="0"/>
              <a:t> </a:t>
            </a:r>
            <a:r>
              <a:rPr lang="en-US" dirty="0" err="1"/>
              <a:t>tượng</a:t>
            </a:r>
            <a:r>
              <a:rPr lang="en-US" dirty="0"/>
              <a:t>:</a:t>
            </a:r>
          </a:p>
          <a:p>
            <a:pPr marL="285750" indent="-285750">
              <a:buFont typeface="Arial" panose="020B0604020202020204" pitchFamily="34" charset="0"/>
              <a:buChar char="•"/>
            </a:pPr>
            <a:r>
              <a:rPr lang="en-US" dirty="0"/>
              <a:t>Thành </a:t>
            </a:r>
            <a:r>
              <a:rPr lang="en-US" dirty="0" err="1"/>
              <a:t>công</a:t>
            </a:r>
            <a:r>
              <a:rPr lang="en-US" dirty="0"/>
              <a:t>/</a:t>
            </a:r>
            <a:r>
              <a:rPr lang="en-US" dirty="0" err="1"/>
              <a:t>thất</a:t>
            </a:r>
            <a:r>
              <a:rPr lang="en-US" dirty="0"/>
              <a:t> </a:t>
            </a:r>
            <a:r>
              <a:rPr lang="en-US" dirty="0" err="1"/>
              <a:t>bại</a:t>
            </a:r>
            <a:r>
              <a:rPr lang="en-US" dirty="0"/>
              <a:t>.</a:t>
            </a:r>
          </a:p>
          <a:p>
            <a:pPr marL="285750" indent="-285750">
              <a:buFont typeface="Arial" panose="020B0604020202020204" pitchFamily="34" charset="0"/>
              <a:buChar char="•"/>
            </a:pPr>
            <a:r>
              <a:rPr lang="en-US" dirty="0" err="1"/>
              <a:t>Cảnh</a:t>
            </a:r>
            <a:r>
              <a:rPr lang="en-US" dirty="0"/>
              <a:t> </a:t>
            </a:r>
            <a:r>
              <a:rPr lang="en-US" dirty="0" err="1"/>
              <a:t>báo</a:t>
            </a:r>
            <a:r>
              <a:rPr lang="en-US" dirty="0"/>
              <a:t>/vi </a:t>
            </a:r>
            <a:r>
              <a:rPr lang="en-US" dirty="0" err="1"/>
              <a:t>phạm</a:t>
            </a:r>
            <a:r>
              <a:rPr lang="en-US" dirty="0"/>
              <a:t>.</a:t>
            </a:r>
          </a:p>
          <a:p>
            <a:pPr marL="285750" indent="-285750">
              <a:buFont typeface="Arial" panose="020B0604020202020204" pitchFamily="34" charset="0"/>
              <a:buChar char="•"/>
            </a:pPr>
            <a:r>
              <a:rPr lang="en-US" dirty="0" err="1"/>
              <a:t>Mở</a:t>
            </a:r>
            <a:r>
              <a:rPr lang="en-US" dirty="0"/>
              <a:t> </a:t>
            </a:r>
            <a:r>
              <a:rPr lang="en-US" dirty="0" err="1"/>
              <a:t>cửa</a:t>
            </a:r>
            <a:r>
              <a:rPr lang="en-US" dirty="0"/>
              <a:t> </a:t>
            </a:r>
            <a:r>
              <a:rPr lang="en-US" dirty="0" err="1"/>
              <a:t>từ</a:t>
            </a:r>
            <a:r>
              <a:rPr lang="en-US" dirty="0"/>
              <a:t> xa</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671328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7F0511-36DD-DF5B-9D40-C6B1E1148095}"/>
              </a:ext>
            </a:extLst>
          </p:cNvPr>
          <p:cNvSpPr>
            <a:spLocks noGrp="1"/>
          </p:cNvSpPr>
          <p:nvPr>
            <p:ph type="sldNum" sz="quarter" idx="12"/>
          </p:nvPr>
        </p:nvSpPr>
        <p:spPr/>
        <p:txBody>
          <a:bodyPr/>
          <a:lstStyle/>
          <a:p>
            <a:fld id="{9EA0BE3B-158A-4EDF-80DC-E394A0D1600F}" type="slidenum">
              <a:rPr lang="en-US" smtClean="0"/>
              <a:pPr/>
              <a:t>18</a:t>
            </a:fld>
            <a:endParaRPr lang="en-US" dirty="0"/>
          </a:p>
        </p:txBody>
      </p:sp>
      <p:pic>
        <p:nvPicPr>
          <p:cNvPr id="8" name="Content Placeholder 7">
            <a:extLst>
              <a:ext uri="{FF2B5EF4-FFF2-40B4-BE49-F238E27FC236}">
                <a16:creationId xmlns:a16="http://schemas.microsoft.com/office/drawing/2014/main" id="{F31F8976-897B-C740-914C-400476AB203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367446" y="1423988"/>
            <a:ext cx="2208584" cy="4351337"/>
          </a:xfrm>
          <a:prstGeom prst="rect">
            <a:avLst/>
          </a:prstGeom>
        </p:spPr>
      </p:pic>
      <p:pic>
        <p:nvPicPr>
          <p:cNvPr id="10" name="Content Placeholder 9">
            <a:extLst>
              <a:ext uri="{FF2B5EF4-FFF2-40B4-BE49-F238E27FC236}">
                <a16:creationId xmlns:a16="http://schemas.microsoft.com/office/drawing/2014/main" id="{A8479E92-C848-47F6-9AED-B6F5BC32C89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3576030" y="1423988"/>
            <a:ext cx="2279070" cy="4179790"/>
          </a:xfrm>
          <a:prstGeom prst="rect">
            <a:avLst/>
          </a:prstGeom>
        </p:spPr>
      </p:pic>
      <p:sp>
        <p:nvSpPr>
          <p:cNvPr id="3" name="Title 2">
            <a:extLst>
              <a:ext uri="{FF2B5EF4-FFF2-40B4-BE49-F238E27FC236}">
                <a16:creationId xmlns:a16="http://schemas.microsoft.com/office/drawing/2014/main" id="{C6580B3C-2B10-7F2E-1197-C849887FE7A4}"/>
              </a:ext>
            </a:extLst>
          </p:cNvPr>
          <p:cNvSpPr>
            <a:spLocks noGrp="1"/>
          </p:cNvSpPr>
          <p:nvPr>
            <p:ph type="title"/>
          </p:nvPr>
        </p:nvSpPr>
        <p:spPr/>
        <p:txBody>
          <a:bodyPr/>
          <a:lstStyle/>
          <a:p>
            <a:r>
              <a:rPr lang="en-US" dirty="0"/>
              <a:t>3.4. Giao </a:t>
            </a:r>
            <a:r>
              <a:rPr lang="en-US" dirty="0" err="1"/>
              <a:t>diện</a:t>
            </a:r>
            <a:r>
              <a:rPr lang="en-US" dirty="0"/>
              <a:t> </a:t>
            </a:r>
            <a:r>
              <a:rPr lang="en-US" dirty="0" err="1"/>
              <a:t>thiết</a:t>
            </a:r>
            <a:r>
              <a:rPr lang="en-US" dirty="0"/>
              <a:t> </a:t>
            </a:r>
            <a:r>
              <a:rPr lang="en-US" dirty="0" err="1"/>
              <a:t>bị</a:t>
            </a:r>
            <a:r>
              <a:rPr lang="en-US" dirty="0"/>
              <a:t> </a:t>
            </a:r>
            <a:r>
              <a:rPr lang="en-US" dirty="0" err="1"/>
              <a:t>trạm</a:t>
            </a:r>
            <a:endParaRPr lang="en-US" dirty="0"/>
          </a:p>
        </p:txBody>
      </p:sp>
      <p:pic>
        <p:nvPicPr>
          <p:cNvPr id="6" name="Picture 5">
            <a:extLst>
              <a:ext uri="{FF2B5EF4-FFF2-40B4-BE49-F238E27FC236}">
                <a16:creationId xmlns:a16="http://schemas.microsoft.com/office/drawing/2014/main" id="{0735840E-3032-335B-17E2-2330E4992F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5100" y="1423988"/>
            <a:ext cx="2250965" cy="4297680"/>
          </a:xfrm>
          <a:prstGeom prst="rect">
            <a:avLst/>
          </a:prstGeom>
        </p:spPr>
      </p:pic>
    </p:spTree>
    <p:extLst>
      <p:ext uri="{BB962C8B-B14F-4D97-AF65-F5344CB8AC3E}">
        <p14:creationId xmlns:p14="http://schemas.microsoft.com/office/powerpoint/2010/main" val="3299699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EDB08-87A0-3756-8CF5-7D1E0E2085C0}"/>
              </a:ext>
            </a:extLst>
          </p:cNvPr>
          <p:cNvSpPr>
            <a:spLocks noGrp="1"/>
          </p:cNvSpPr>
          <p:nvPr>
            <p:ph type="sldNum" sz="quarter" idx="12"/>
          </p:nvPr>
        </p:nvSpPr>
        <p:spPr/>
        <p:txBody>
          <a:bodyPr/>
          <a:lstStyle/>
          <a:p>
            <a:fld id="{9EA0BE3B-158A-4EDF-80DC-E394A0D1600F}" type="slidenum">
              <a:rPr lang="en-US" smtClean="0">
                <a:latin typeface="Arial" panose="020B0604020202020204" pitchFamily="34" charset="0"/>
                <a:cs typeface="Arial" panose="020B0604020202020204" pitchFamily="34" charset="0"/>
              </a:rPr>
              <a:pPr/>
              <a:t>19</a:t>
            </a:fld>
            <a:endParaRPr lang="en-US" dirty="0">
              <a:latin typeface="Arial" panose="020B0604020202020204" pitchFamily="34" charset="0"/>
              <a:cs typeface="Arial" panose="020B0604020202020204" pitchFamily="34" charset="0"/>
            </a:endParaRPr>
          </a:p>
        </p:txBody>
      </p:sp>
      <p:pic>
        <p:nvPicPr>
          <p:cNvPr id="8" name="Content Placeholder 7">
            <a:extLst>
              <a:ext uri="{FF2B5EF4-FFF2-40B4-BE49-F238E27FC236}">
                <a16:creationId xmlns:a16="http://schemas.microsoft.com/office/drawing/2014/main" id="{EF07045D-DE87-09AE-42EF-019E2EDD256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74605" y="1633454"/>
            <a:ext cx="3794266" cy="4141871"/>
          </a:xfrm>
          <a:prstGeom prst="rect">
            <a:avLst/>
          </a:prstGeom>
        </p:spPr>
      </p:pic>
      <p:pic>
        <p:nvPicPr>
          <p:cNvPr id="10" name="Content Placeholder 9">
            <a:extLst>
              <a:ext uri="{FF2B5EF4-FFF2-40B4-BE49-F238E27FC236}">
                <a16:creationId xmlns:a16="http://schemas.microsoft.com/office/drawing/2014/main" id="{7F1F14E4-CD4E-7CFA-B62B-DAAB9F348CF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572000" y="1633454"/>
            <a:ext cx="3886200" cy="4141871"/>
          </a:xfrm>
          <a:prstGeom prst="rect">
            <a:avLst/>
          </a:prstGeom>
        </p:spPr>
      </p:pic>
      <p:sp>
        <p:nvSpPr>
          <p:cNvPr id="3" name="Title 2">
            <a:extLst>
              <a:ext uri="{FF2B5EF4-FFF2-40B4-BE49-F238E27FC236}">
                <a16:creationId xmlns:a16="http://schemas.microsoft.com/office/drawing/2014/main" id="{E61AF499-C3FF-6F01-BC53-59B88725EA0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3.5.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ngoại</a:t>
            </a:r>
            <a:r>
              <a:rPr lang="en-US" dirty="0">
                <a:latin typeface="Arial" panose="020B0604020202020204" pitchFamily="34" charset="0"/>
                <a:cs typeface="Arial" panose="020B0604020202020204" pitchFamily="34" charset="0"/>
              </a:rPr>
              <a:t> vi</a:t>
            </a:r>
          </a:p>
        </p:txBody>
      </p:sp>
      <p:sp>
        <p:nvSpPr>
          <p:cNvPr id="11" name="TextBox 10">
            <a:extLst>
              <a:ext uri="{FF2B5EF4-FFF2-40B4-BE49-F238E27FC236}">
                <a16:creationId xmlns:a16="http://schemas.microsoft.com/office/drawing/2014/main" id="{4470C505-193E-294A-D363-2BA99923C32D}"/>
              </a:ext>
            </a:extLst>
          </p:cNvPr>
          <p:cNvSpPr txBox="1"/>
          <p:nvPr/>
        </p:nvSpPr>
        <p:spPr>
          <a:xfrm>
            <a:off x="574605" y="1129784"/>
            <a:ext cx="3692595"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cửa</a:t>
            </a:r>
            <a:r>
              <a:rPr lang="en-US" dirty="0">
                <a:latin typeface="Arial" panose="020B0604020202020204" pitchFamily="34" charset="0"/>
                <a:cs typeface="Arial" panose="020B0604020202020204" pitchFamily="34" charset="0"/>
              </a:rPr>
              <a:t> A_IN: </a:t>
            </a:r>
            <a:r>
              <a:rPr lang="en-US" dirty="0" err="1">
                <a:latin typeface="Arial" panose="020B0604020202020204" pitchFamily="34" charset="0"/>
                <a:cs typeface="Arial" panose="020B0604020202020204" pitchFamily="34" charset="0"/>
              </a:rPr>
              <a:t>đèn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rơ</a:t>
            </a:r>
            <a:r>
              <a:rPr lang="en-US" dirty="0">
                <a:latin typeface="Arial" panose="020B0604020202020204" pitchFamily="34" charset="0"/>
                <a:cs typeface="Arial" panose="020B0604020202020204" pitchFamily="34" charset="0"/>
              </a:rPr>
              <a:t>-le </a:t>
            </a:r>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p>
        </p:txBody>
      </p:sp>
      <p:sp>
        <p:nvSpPr>
          <p:cNvPr id="12" name="TextBox 11">
            <a:extLst>
              <a:ext uri="{FF2B5EF4-FFF2-40B4-BE49-F238E27FC236}">
                <a16:creationId xmlns:a16="http://schemas.microsoft.com/office/drawing/2014/main" id="{442A071B-B583-E1F4-3390-C6398FB8DED8}"/>
              </a:ext>
            </a:extLst>
          </p:cNvPr>
          <p:cNvSpPr txBox="1"/>
          <p:nvPr/>
        </p:nvSpPr>
        <p:spPr>
          <a:xfrm>
            <a:off x="4572001" y="1129784"/>
            <a:ext cx="4038600"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cửa</a:t>
            </a:r>
            <a:r>
              <a:rPr lang="en-US" dirty="0">
                <a:latin typeface="Arial" panose="020B0604020202020204" pitchFamily="34" charset="0"/>
                <a:cs typeface="Arial" panose="020B0604020202020204" pitchFamily="34" charset="0"/>
              </a:rPr>
              <a:t> A_OUT: </a:t>
            </a:r>
            <a:r>
              <a:rPr lang="en-US" dirty="0" err="1">
                <a:latin typeface="Arial" panose="020B0604020202020204" pitchFamily="34" charset="0"/>
                <a:cs typeface="Arial" panose="020B0604020202020204" pitchFamily="34" charset="0"/>
              </a:rPr>
              <a:t>đèn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rơ</a:t>
            </a:r>
            <a:r>
              <a:rPr lang="en-US" dirty="0">
                <a:latin typeface="Arial" panose="020B0604020202020204" pitchFamily="34" charset="0"/>
                <a:cs typeface="Arial" panose="020B0604020202020204" pitchFamily="34" charset="0"/>
              </a:rPr>
              <a:t>-le </a:t>
            </a:r>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633726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E98D3-4183-D80D-D028-D82AF2000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80841-E272-831C-B798-62D4AF5645C3}"/>
              </a:ext>
            </a:extLst>
          </p:cNvPr>
          <p:cNvSpPr>
            <a:spLocks noGrp="1"/>
          </p:cNvSpPr>
          <p:nvPr>
            <p:ph type="title"/>
          </p:nvPr>
        </p:nvSpPr>
        <p:spPr>
          <a:xfrm>
            <a:off x="3339845" y="3203130"/>
            <a:ext cx="5397627" cy="451739"/>
          </a:xfrm>
        </p:spPr>
        <p:txBody>
          <a:bodyPr/>
          <a:lstStyle/>
          <a:p>
            <a:r>
              <a:rPr lang="en-US" dirty="0">
                <a:solidFill>
                  <a:srgbClr val="C00000"/>
                </a:solidFill>
                <a:latin typeface="Arial" panose="020B0604020202020204" pitchFamily="34" charset="0"/>
                <a:cs typeface="Arial" panose="020B0604020202020204" pitchFamily="34" charset="0"/>
              </a:rPr>
              <a:t>4. </a:t>
            </a:r>
            <a:r>
              <a:rPr lang="en-US" dirty="0" err="1">
                <a:solidFill>
                  <a:srgbClr val="C00000"/>
                </a:solidFill>
                <a:latin typeface="Arial" panose="020B0604020202020204" pitchFamily="34" charset="0"/>
                <a:cs typeface="Arial" panose="020B0604020202020204" pitchFamily="34" charset="0"/>
              </a:rPr>
              <a:t>Kết</a:t>
            </a:r>
            <a:r>
              <a:rPr lang="en-US" dirty="0">
                <a:solidFill>
                  <a:srgbClr val="C00000"/>
                </a:solidFill>
                <a:latin typeface="Arial" panose="020B0604020202020204" pitchFamily="34" charset="0"/>
                <a:cs typeface="Arial" panose="020B0604020202020204" pitchFamily="34" charset="0"/>
              </a:rPr>
              <a:t> </a:t>
            </a:r>
            <a:r>
              <a:rPr lang="en-US" dirty="0" err="1">
                <a:solidFill>
                  <a:srgbClr val="C00000"/>
                </a:solidFill>
                <a:latin typeface="Arial" panose="020B0604020202020204" pitchFamily="34" charset="0"/>
                <a:cs typeface="Arial" panose="020B0604020202020204" pitchFamily="34" charset="0"/>
              </a:rPr>
              <a:t>luận</a:t>
            </a:r>
            <a:br>
              <a:rPr lang="en-US" dirty="0">
                <a:latin typeface="Arial" panose="020B0604020202020204" pitchFamily="34" charset="0"/>
                <a:cs typeface="Arial" panose="020B0604020202020204" pitchFamily="34" charset="0"/>
              </a:rPr>
            </a:br>
            <a:endParaRPr lang="en-US" dirty="0"/>
          </a:p>
        </p:txBody>
      </p:sp>
      <p:sp>
        <p:nvSpPr>
          <p:cNvPr id="4" name="Slide Number Placeholder 3">
            <a:extLst>
              <a:ext uri="{FF2B5EF4-FFF2-40B4-BE49-F238E27FC236}">
                <a16:creationId xmlns:a16="http://schemas.microsoft.com/office/drawing/2014/main" id="{32B308A1-E85F-9BF6-08EF-31490E0082CC}"/>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Tree>
    <p:extLst>
      <p:ext uri="{BB962C8B-B14F-4D97-AF65-F5344CB8AC3E}">
        <p14:creationId xmlns:p14="http://schemas.microsoft.com/office/powerpoint/2010/main" val="10274738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2BCA-A953-E4E8-9DF4-8067541650B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4.1.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2CD60EA-6653-3AE7-7289-DD8479DAF267}"/>
              </a:ext>
            </a:extLst>
          </p:cNvPr>
          <p:cNvSpPr>
            <a:spLocks noGrp="1"/>
          </p:cNvSpPr>
          <p:nvPr>
            <p:ph sz="half" idx="1"/>
          </p:nvPr>
        </p:nvSpPr>
        <p:spPr>
          <a:xfrm>
            <a:off x="476251" y="1238250"/>
            <a:ext cx="8105774" cy="4819650"/>
          </a:xfrm>
        </p:spPr>
        <p:txBody>
          <a:bodyPr/>
          <a:lstStyle/>
          <a:p>
            <a:pPr marL="0" indent="0">
              <a:buNone/>
            </a:pPr>
            <a:r>
              <a:rPr lang="en-US" sz="1800" dirty="0" err="1">
                <a:latin typeface="Arial" panose="020B0604020202020204" pitchFamily="34" charset="0"/>
                <a:cs typeface="Arial" panose="020B0604020202020204" pitchFamily="34" charset="0"/>
              </a:rPr>
              <a:t>Về</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mặt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công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nghệ</a:t>
            </a:r>
            <a:r>
              <a:rPr lang="en-US" sz="1800" dirty="0">
                <a:latin typeface="Arial" panose="020B0604020202020204" pitchFamily="34" charset="0"/>
                <a:cs typeface="Arial" panose="020B0604020202020204" pitchFamily="34" charset="0"/>
              </a:rPr>
              <a:t> &amp; </a:t>
            </a:r>
            <a:r>
              <a:rPr lang="en-US" sz="1800" dirty="0" err="1">
                <a:latin typeface="Arial" panose="020B0604020202020204" pitchFamily="34" charset="0"/>
                <a:cs typeface="Arial" panose="020B0604020202020204" pitchFamily="34" charset="0"/>
              </a:rPr>
              <a:t>Kiến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trúc</a:t>
            </a:r>
            <a:r>
              <a:rPr lang="en-US" sz="1800" dirty="0">
                <a:latin typeface="Arial" panose="020B0604020202020204" pitchFamily="34" charset="0"/>
                <a:cs typeface="Arial" panose="020B0604020202020204" pitchFamily="34" charset="0"/>
              </a:rPr>
              <a:t>:</a:t>
            </a:r>
          </a:p>
          <a:p>
            <a:r>
              <a:rPr lang="vi-VN" sz="1800" dirty="0">
                <a:latin typeface="Arial" panose="020B0604020202020204" pitchFamily="34" charset="0"/>
                <a:cs typeface="Arial" panose="020B0604020202020204" pitchFamily="34" charset="0"/>
              </a:rPr>
              <a:t>Xây dựng thành công hệ thống kiểm soát vào ra theo kiến trúc hướng dịch vụ phân tán (SOA) phi trạng thái, hoạt động bất đồng bộ qua MQTT và WebSocket STOMP</a:t>
            </a:r>
            <a:r>
              <a:rPr lang="en-US" sz="1800" dirty="0">
                <a:latin typeface="Arial" panose="020B0604020202020204" pitchFamily="34" charset="0"/>
                <a:cs typeface="Arial" panose="020B0604020202020204" pitchFamily="34" charset="0"/>
              </a:rPr>
              <a:t>.</a:t>
            </a:r>
          </a:p>
          <a:p>
            <a:pPr marL="0" indent="0">
              <a:buNone/>
            </a:pPr>
            <a:r>
              <a:rPr lang="en-US" sz="1800" dirty="0" err="1">
                <a:latin typeface="Arial" panose="020B0604020202020204" pitchFamily="34" charset="0"/>
                <a:cs typeface="Arial" panose="020B0604020202020204" pitchFamily="34" charset="0"/>
              </a:rPr>
              <a:t>Về</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mặt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tính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toán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sinh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trắc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học</a:t>
            </a:r>
            <a:r>
              <a:rPr lang="en-US" sz="1800" dirty="0">
                <a:latin typeface="Arial" panose="020B0604020202020204" pitchFamily="34" charset="0"/>
                <a:cs typeface="Arial" panose="020B0604020202020204" pitchFamily="34" charset="0"/>
              </a:rPr>
              <a:t>:</a:t>
            </a:r>
          </a:p>
          <a:p>
            <a:r>
              <a:rPr lang="en-US" sz="1800" dirty="0" err="1">
                <a:latin typeface="Arial" panose="020B0604020202020204" pitchFamily="34" charset="0"/>
                <a:cs typeface="Arial" panose="020B0604020202020204" pitchFamily="34" charset="0"/>
              </a:rPr>
              <a:t>Triển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khai</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mô</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hình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đối</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soát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sinh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trắc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học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hai</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lớp</a:t>
            </a:r>
            <a:r>
              <a:rPr lang="en-US" sz="1800" dirty="0">
                <a:latin typeface="Arial" panose="020B0604020202020204" pitchFamily="34" charset="0"/>
                <a:cs typeface="Arial" panose="020B0604020202020204" pitchFamily="34" charset="0"/>
              </a:rPr>
              <a:t>, </a:t>
            </a:r>
            <a:r>
              <a:rPr lang="pt-BR" sz="1800" dirty="0">
                <a:latin typeface="Arial" panose="020B0604020202020204" pitchFamily="34" charset="0"/>
                <a:cs typeface="Arial" panose="020B0604020202020204" pitchFamily="34" charset="0"/>
              </a:rPr>
              <a:t>trích xuất mảng vector 512 chiều.</a:t>
            </a:r>
          </a:p>
          <a:p>
            <a:pPr marL="0" indent="0">
              <a:buNone/>
            </a:pPr>
            <a:r>
              <a:rPr lang="en-US" sz="1800" dirty="0" err="1">
                <a:latin typeface="Arial" panose="020B0604020202020204" pitchFamily="34" charset="0"/>
                <a:cs typeface="Arial" panose="020B0604020202020204" pitchFamily="34" charset="0"/>
              </a:rPr>
              <a:t>Về</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mặt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ứng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dụng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thực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tiễn</a:t>
            </a:r>
            <a:r>
              <a:rPr lang="en-US" sz="1800" dirty="0">
                <a:latin typeface="Arial" panose="020B0604020202020204" pitchFamily="34" charset="0"/>
                <a:cs typeface="Arial" panose="020B0604020202020204" pitchFamily="34" charset="0"/>
              </a:rPr>
              <a:t>:</a:t>
            </a:r>
          </a:p>
          <a:p>
            <a:r>
              <a:rPr lang="en-US" sz="1800" dirty="0">
                <a:latin typeface="Arial" panose="020B0604020202020204" pitchFamily="34" charset="0"/>
                <a:cs typeface="Arial" panose="020B0604020202020204" pitchFamily="34" charset="0"/>
              </a:rPr>
              <a:t>Hoàn </a:t>
            </a:r>
            <a:r>
              <a:rPr lang="en-US" sz="1800" dirty="0" err="1">
                <a:latin typeface="Arial" panose="020B0604020202020204" pitchFamily="34" charset="0"/>
                <a:cs typeface="Arial" panose="020B0604020202020204" pitchFamily="34" charset="0"/>
              </a:rPr>
              <a:t>thiện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hệ</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thống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quản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trị</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tập</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trung</a:t>
            </a:r>
            <a:r>
              <a:rPr lang="en-US" sz="1800" dirty="0">
                <a:latin typeface="Arial" panose="020B0604020202020204" pitchFamily="34" charset="0"/>
                <a:cs typeface="Arial" panose="020B0604020202020204" pitchFamily="34" charset="0"/>
              </a:rPr>
              <a:t> </a:t>
            </a:r>
            <a:r>
              <a:rPr lang="vi-VN" sz="1800" dirty="0">
                <a:latin typeface="Arial" panose="020B0604020202020204" pitchFamily="34" charset="0"/>
                <a:cs typeface="Arial" panose="020B0604020202020204" pitchFamily="34" charset="0"/>
              </a:rPr>
              <a:t>cập nhật dữ liệu thời gian và tích hợp bộ lọc xuất báo cáo định kỳ ra file Excel.</a:t>
            </a:r>
            <a:r>
              <a:rPr lang="en-US" sz="1800" dirty="0">
                <a:latin typeface="Arial" panose="020B0604020202020204" pitchFamily="34" charset="0"/>
                <a:cs typeface="Arial" panose="020B0604020202020204" pitchFamily="34" charset="0"/>
              </a:rPr>
              <a:t>.</a:t>
            </a:r>
          </a:p>
          <a:p>
            <a:r>
              <a:rPr lang="vi-VN" sz="1800" dirty="0">
                <a:latin typeface="Arial" panose="020B0604020202020204" pitchFamily="34" charset="0"/>
                <a:cs typeface="Arial" panose="020B0604020202020204" pitchFamily="34" charset="0"/>
              </a:rPr>
              <a:t>Tích hợp thành công cơ chế an ninh mềm tự động phát hiện, cảnh báo lỗi ngược chuỗi di chuyển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quét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vào</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khi</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chưa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quét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cửa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trực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quan</a:t>
            </a:r>
            <a:r>
              <a:rPr lang="en-US" sz="1800" dirty="0">
                <a:latin typeface="Arial" panose="020B0604020202020204" pitchFamily="34" charset="0"/>
                <a:cs typeface="Arial" panose="020B0604020202020204" pitchFamily="34" charset="0"/>
              </a:rPr>
              <a:t>.</a:t>
            </a:r>
          </a:p>
          <a:p>
            <a:pPr marL="0" indent="0">
              <a:buNone/>
            </a:pPr>
            <a:endParaRPr lang="en-US" sz="18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Tree>
    <p:extLst>
      <p:ext uri="{BB962C8B-B14F-4D97-AF65-F5344CB8AC3E}">
        <p14:creationId xmlns:p14="http://schemas.microsoft.com/office/powerpoint/2010/main" val="2581069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331FF-7367-F4F4-10DC-9F4CB4892036}"/>
              </a:ext>
            </a:extLst>
          </p:cNvPr>
          <p:cNvSpPr>
            <a:spLocks noGrp="1"/>
          </p:cNvSpPr>
          <p:nvPr>
            <p:ph type="sldNum" sz="quarter" idx="12"/>
          </p:nvPr>
        </p:nvSpPr>
        <p:spPr/>
        <p:txBody>
          <a:bodyPr/>
          <a:lstStyle/>
          <a:p>
            <a:fld id="{9EA0BE3B-158A-4EDF-80DC-E394A0D1600F}" type="slidenum">
              <a:rPr lang="en-US" smtClean="0"/>
              <a:pPr/>
              <a:t>22</a:t>
            </a:fld>
            <a:endParaRPr lang="en-US" dirty="0"/>
          </a:p>
        </p:txBody>
      </p:sp>
      <p:sp>
        <p:nvSpPr>
          <p:cNvPr id="3" name="Title 2">
            <a:extLst>
              <a:ext uri="{FF2B5EF4-FFF2-40B4-BE49-F238E27FC236}">
                <a16:creationId xmlns:a16="http://schemas.microsoft.com/office/drawing/2014/main" id="{CA942A98-C171-982E-551D-E59FBFEFF92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4.2. </a:t>
            </a:r>
            <a:r>
              <a:rPr lang="en-US" dirty="0" err="1">
                <a:latin typeface="Arial" panose="020B0604020202020204" pitchFamily="34" charset="0"/>
                <a:cs typeface="Arial" panose="020B0604020202020204" pitchFamily="34" charset="0"/>
              </a:rPr>
              <a:t>Hạn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chế</a:t>
            </a:r>
            <a:endParaRPr lang="en-US"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C2E5BA0D-33C2-2FFC-BFBC-D1CF38376477}"/>
              </a:ext>
            </a:extLst>
          </p:cNvPr>
          <p:cNvSpPr>
            <a:spLocks noGrp="1"/>
          </p:cNvSpPr>
          <p:nvPr>
            <p:ph type="body" sz="quarter" idx="13"/>
          </p:nvPr>
        </p:nvSpPr>
        <p:spPr>
          <a:xfrm>
            <a:off x="250683" y="1609726"/>
            <a:ext cx="8674100" cy="4752974"/>
          </a:xfrm>
        </p:spPr>
        <p:txBody>
          <a:bodyPr/>
          <a:lstStyle/>
          <a:p>
            <a:r>
              <a:rPr lang="vi-VN" sz="1800" dirty="0">
                <a:latin typeface="+mn-lt"/>
              </a:rPr>
              <a:t>Hiệu năng nhận diện môi trường: Mô hình AI đối soát sinh trắc học lớp 2 (ArcFace) có thể bị suy giảm</a:t>
            </a:r>
            <a:r>
              <a:rPr lang="en-US" sz="1800" dirty="0">
                <a:latin typeface="+mn-lt"/>
              </a:rPr>
              <a:t> </a:t>
            </a:r>
            <a:r>
              <a:rPr lang="vi-VN" sz="1800" dirty="0">
                <a:latin typeface="+mn-lt"/>
              </a:rPr>
              <a:t>tốc độ xử lý hoặc tỷ lệ chính xác khi gặp điều kiện môi trường thiếu sáng trầm trọng, góc chụp camera bị nghiêng quá lớn hoặc nhân sự che khuất khuôn mặt.</a:t>
            </a:r>
            <a:endParaRPr lang="en-US" sz="1800" dirty="0">
              <a:latin typeface="+mn-lt"/>
            </a:endParaRPr>
          </a:p>
          <a:p>
            <a:r>
              <a:rPr lang="vi-VN" sz="1800" dirty="0">
                <a:latin typeface="+mn-lt"/>
              </a:rPr>
              <a:t>Khả năng mở rộng phần cứng: Hệ thống hiện tại mới chỉ kiểm thử phân phối lệnh đóng ngắt rơ-le khóa vật lý trên bo mạch nhúng ESP32, chưa tích hợp sâu với các hệ thống cổng xoay phân làn tự động</a:t>
            </a:r>
            <a:r>
              <a:rPr lang="en-US" sz="1800" dirty="0">
                <a:latin typeface="+mn-lt"/>
              </a:rPr>
              <a:t>.</a:t>
            </a:r>
          </a:p>
          <a:p>
            <a:r>
              <a:rPr lang="vi-VN" sz="1800" dirty="0">
                <a:latin typeface="+mn-lt"/>
              </a:rPr>
              <a:t>Chưa thực hiện xác thực Passive Authentication chuyên sâu: Hệ thống chưa xây dựng phân hệ kiểm tra chuỗi chứng chỉ số SOD (Passive Authentication) để đối soát chữ ký điện tử của Cơ quan cấp phát quốc gia. </a:t>
            </a:r>
            <a:endParaRPr lang="en-US" sz="1800" dirty="0">
              <a:latin typeface="+mn-lt"/>
            </a:endParaRPr>
          </a:p>
          <a:p>
            <a:r>
              <a:rPr lang="vi-VN" sz="1800" dirty="0">
                <a:latin typeface="+mn-lt"/>
              </a:rPr>
              <a:t> Khả năng chống tấn công giả mạo sinh trắc học vật lý còn sơ khai: Bộ lọc camera selfie mới chỉ nhận diện cấu trúc khuôn mặt người sống, chưa tích hợp mô hình phát hiện thực thể sống (Liveness Detection) chuyên sâu để ngăn chặn các hình thức tấn công dùng ảnh in hoặc video phát lại từ màn hình.</a:t>
            </a:r>
            <a:endParaRPr lang="en-US" sz="1800" dirty="0">
              <a:latin typeface="+mn-lt"/>
            </a:endParaRPr>
          </a:p>
        </p:txBody>
      </p:sp>
    </p:spTree>
    <p:extLst>
      <p:ext uri="{BB962C8B-B14F-4D97-AF65-F5344CB8AC3E}">
        <p14:creationId xmlns:p14="http://schemas.microsoft.com/office/powerpoint/2010/main" val="1130957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D3FCC-DAF0-2768-464F-DD1086C7F8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E2296E-4EBE-BAAB-59DC-C3CFB3804CD9}"/>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3" name="Title 2">
            <a:extLst>
              <a:ext uri="{FF2B5EF4-FFF2-40B4-BE49-F238E27FC236}">
                <a16:creationId xmlns:a16="http://schemas.microsoft.com/office/drawing/2014/main" id="{4BCCBDA0-1C7A-6731-B611-CD1A1837EBA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4.3. Định </a:t>
            </a:r>
            <a:r>
              <a:rPr lang="en-US" dirty="0" err="1">
                <a:latin typeface="Arial" panose="020B0604020202020204" pitchFamily="34" charset="0"/>
                <a:cs typeface="Arial" panose="020B0604020202020204" pitchFamily="34" charset="0"/>
              </a:rPr>
              <a:t>hướng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triển</a:t>
            </a:r>
            <a:endParaRPr lang="en-US"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C47B371D-FF28-AD15-C8D8-7737F710F5C4}"/>
              </a:ext>
            </a:extLst>
          </p:cNvPr>
          <p:cNvSpPr>
            <a:spLocks noGrp="1"/>
          </p:cNvSpPr>
          <p:nvPr>
            <p:ph type="body" sz="quarter" idx="13"/>
          </p:nvPr>
        </p:nvSpPr>
        <p:spPr>
          <a:xfrm>
            <a:off x="234950" y="1597025"/>
            <a:ext cx="8674100" cy="4133849"/>
          </a:xfrm>
        </p:spPr>
        <p:txBody>
          <a:bodyPr/>
          <a:lstStyle/>
          <a:p>
            <a:r>
              <a:rPr lang="en-US" sz="1800" dirty="0" err="1">
                <a:latin typeface="Arial" panose="020B0604020202020204" pitchFamily="34" charset="0"/>
                <a:cs typeface="Arial" panose="020B0604020202020204" pitchFamily="34" charset="0"/>
              </a:rPr>
              <a:t>Tích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hợp</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giải</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pháp</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chống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giả</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mạo</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sinh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trắc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học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chuyên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sâu</a:t>
            </a:r>
            <a:r>
              <a:rPr lang="en-US" sz="1800" dirty="0">
                <a:latin typeface="Arial" panose="020B0604020202020204" pitchFamily="34" charset="0"/>
                <a:cs typeface="Arial" panose="020B0604020202020204" pitchFamily="34" charset="0"/>
              </a:rPr>
              <a:t> (Liveness Detection).</a:t>
            </a:r>
          </a:p>
          <a:p>
            <a:r>
              <a:rPr lang="en-US" sz="1800" dirty="0" err="1">
                <a:latin typeface="Arial" panose="020B0604020202020204" pitchFamily="34" charset="0"/>
                <a:cs typeface="Arial" panose="020B0604020202020204" pitchFamily="34" charset="0"/>
              </a:rPr>
              <a:t>Hiện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thực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hóa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toàn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diện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thuật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toán</a:t>
            </a:r>
            <a:r>
              <a:rPr lang="en-US" sz="1800" dirty="0">
                <a:latin typeface="Arial" panose="020B0604020202020204" pitchFamily="34" charset="0"/>
                <a:cs typeface="Arial" panose="020B0604020202020204" pitchFamily="34" charset="0"/>
              </a:rPr>
              <a:t> Passive Authentication.</a:t>
            </a:r>
          </a:p>
          <a:p>
            <a:r>
              <a:rPr lang="en-US" sz="1800" dirty="0" err="1">
                <a:latin typeface="Arial" panose="020B0604020202020204" pitchFamily="34" charset="0"/>
                <a:cs typeface="Arial" panose="020B0604020202020204" pitchFamily="34" charset="0"/>
              </a:rPr>
              <a:t>Nâng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cấp</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hạ</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tầng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triển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khai</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lên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kiến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trúc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phân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tán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quy</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mô</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lớn</a:t>
            </a:r>
            <a:r>
              <a:rPr lang="en-US" sz="1800" dirty="0">
                <a:latin typeface="Arial" panose="020B0604020202020204" pitchFamily="34" charset="0"/>
                <a:cs typeface="Arial" panose="020B0604020202020204" pitchFamily="34" charset="0"/>
              </a:rPr>
              <a:t>.</a:t>
            </a:r>
          </a:p>
          <a:p>
            <a:r>
              <a:rPr lang="vi-VN" sz="1800" dirty="0">
                <a:latin typeface="Arial" panose="020B0604020202020204" pitchFamily="34" charset="0"/>
                <a:cs typeface="Arial" panose="020B0604020202020204" pitchFamily="34" charset="0"/>
              </a:rPr>
              <a:t>Phân tích xu hướng bằng Học : Tích hợp các thuật toán ở lớp tầng dữ liệu để phân tích, dự báo các chỉ số xu hướng hành vi đi muộn, vắng mặt của nhân, cung cấp góc nhìn toàn diện cho nhà quản trị.</a:t>
            </a:r>
            <a:endParaRPr lang="en-US" sz="1800" dirty="0">
              <a:latin typeface="Arial" panose="020B0604020202020204" pitchFamily="34" charset="0"/>
              <a:cs typeface="Arial" panose="020B0604020202020204" pitchFamily="34" charset="0"/>
            </a:endParaRPr>
          </a:p>
          <a:p>
            <a:r>
              <a:rPr lang="vi-VN" sz="1800" dirty="0">
                <a:latin typeface="Arial" panose="020B0604020202020204" pitchFamily="34" charset="0"/>
                <a:cs typeface="Arial" panose="020B0604020202020204" pitchFamily="34" charset="0"/>
              </a:rPr>
              <a:t>Tinh chỉnh mô hình AI trên dữ liệu đặc trưng nội địa: Tổ chức thu thập tập mẫu khuôn mặt người Việt Nam và thực hiện kỹ thuật tinh chỉnh mô hình trên nền ArcFace nhằm tối ưu hóa năng lực bóc tách vector đặc trưng hình học khuôn mặt đặc thù của người nội địa</a:t>
            </a:r>
            <a:r>
              <a:rPr lang="en-US" sz="1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274706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24</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ED7B2D-0A03-8F15-40D3-E4C5576CF5D5}"/>
              </a:ext>
            </a:extLst>
          </p:cNvPr>
          <p:cNvSpPr>
            <a:spLocks noGrp="1"/>
          </p:cNvSpPr>
          <p:nvPr>
            <p:ph type="sldNum" sz="quarter" idx="12"/>
          </p:nvPr>
        </p:nvSpPr>
        <p:spPr/>
        <p:txBody>
          <a:bodyPr/>
          <a:lstStyle/>
          <a:p>
            <a:fld id="{9EA0BE3B-158A-4EDF-80DC-E394A0D1600F}" type="slidenum">
              <a:rPr lang="en-US" smtClean="0"/>
              <a:pPr/>
              <a:t>25</a:t>
            </a:fld>
            <a:endParaRPr lang="en-US" dirty="0"/>
          </a:p>
        </p:txBody>
      </p:sp>
      <p:sp>
        <p:nvSpPr>
          <p:cNvPr id="3" name="Title 2">
            <a:extLst>
              <a:ext uri="{FF2B5EF4-FFF2-40B4-BE49-F238E27FC236}">
                <a16:creationId xmlns:a16="http://schemas.microsoft.com/office/drawing/2014/main" id="{6B272837-80C2-4F4A-9FEF-EDA7B6C4077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Video Demo</a:t>
            </a:r>
          </a:p>
        </p:txBody>
      </p:sp>
      <p:sp>
        <p:nvSpPr>
          <p:cNvPr id="4" name="Text Placeholder 3">
            <a:extLst>
              <a:ext uri="{FF2B5EF4-FFF2-40B4-BE49-F238E27FC236}">
                <a16:creationId xmlns:a16="http://schemas.microsoft.com/office/drawing/2014/main" id="{0B1F7CF4-7200-64D5-9299-0DF840A4072F}"/>
              </a:ext>
            </a:extLst>
          </p:cNvPr>
          <p:cNvSpPr>
            <a:spLocks noGrp="1"/>
          </p:cNvSpPr>
          <p:nvPr>
            <p:ph type="body" sz="quarter" idx="13"/>
          </p:nvPr>
        </p:nvSpPr>
        <p:spPr/>
        <p:txBody>
          <a:bodyPr/>
          <a:lstStyle/>
          <a:p>
            <a:pPr marL="0" indent="0">
              <a:buNone/>
            </a:pPr>
            <a:r>
              <a:rPr lang="en-US" sz="1800" dirty="0">
                <a:latin typeface="Arial" panose="020B0604020202020204" pitchFamily="34" charset="0"/>
                <a:cs typeface="Arial" panose="020B0604020202020204" pitchFamily="34" charset="0"/>
              </a:rPr>
              <a:t>Link video demo: </a:t>
            </a:r>
            <a:r>
              <a:rPr lang="en-US" sz="1800" dirty="0">
                <a:latin typeface="Arial" panose="020B0604020202020204" pitchFamily="34" charset="0"/>
                <a:cs typeface="Arial" panose="020B0604020202020204" pitchFamily="34" charset="0"/>
                <a:hlinkClick r:id="rId2"/>
              </a:rPr>
              <a:t>https://drive.google.com/file/d/1RKhsmWK7lhiAqmwSiJq6qBuedRDNt4g5/view?usp=drivesdk</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3730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EFB84D-48D0-0F12-76DE-58C72DC730D3}"/>
              </a:ext>
            </a:extLst>
          </p:cNvPr>
          <p:cNvSpPr>
            <a:spLocks noGrp="1"/>
          </p:cNvSpPr>
          <p:nvPr>
            <p:ph type="sldNum" sz="quarter" idx="12"/>
          </p:nvPr>
        </p:nvSpPr>
        <p:spPr/>
        <p:txBody>
          <a:bodyPr/>
          <a:lstStyle/>
          <a:p>
            <a:fld id="{9EA0BE3B-158A-4EDF-80DC-E394A0D1600F}" type="slidenum">
              <a:rPr lang="en-US" smtClean="0"/>
              <a:pPr/>
              <a:t>26</a:t>
            </a:fld>
            <a:endParaRPr lang="en-US" dirty="0"/>
          </a:p>
        </p:txBody>
      </p:sp>
      <p:sp>
        <p:nvSpPr>
          <p:cNvPr id="3" name="Title 10">
            <a:extLst>
              <a:ext uri="{FF2B5EF4-FFF2-40B4-BE49-F238E27FC236}">
                <a16:creationId xmlns:a16="http://schemas.microsoft.com/office/drawing/2014/main" id="{6D2985AC-7A92-7476-5AF3-74C91444339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Slide </a:t>
            </a:r>
            <a:r>
              <a:rPr lang="en-US" sz="4800" dirty="0" err="1"/>
              <a:t>bổ</a:t>
            </a:r>
            <a:r>
              <a:rPr lang="en-US" sz="4800" dirty="0"/>
              <a:t> </a:t>
            </a:r>
            <a:r>
              <a:rPr lang="en-US" sz="4800" dirty="0" err="1"/>
              <a:t>trợ</a:t>
            </a:r>
            <a:endParaRPr lang="en-US" sz="4800" dirty="0"/>
          </a:p>
        </p:txBody>
      </p:sp>
    </p:spTree>
    <p:extLst>
      <p:ext uri="{BB962C8B-B14F-4D97-AF65-F5344CB8AC3E}">
        <p14:creationId xmlns:p14="http://schemas.microsoft.com/office/powerpoint/2010/main" val="2129563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CCD8AE-985F-7A45-8058-AA7BD50D7842}"/>
              </a:ext>
            </a:extLst>
          </p:cNvPr>
          <p:cNvSpPr>
            <a:spLocks noGrp="1"/>
          </p:cNvSpPr>
          <p:nvPr>
            <p:ph type="sldNum" sz="quarter" idx="12"/>
          </p:nvPr>
        </p:nvSpPr>
        <p:spPr/>
        <p:txBody>
          <a:bodyPr/>
          <a:lstStyle/>
          <a:p>
            <a:fld id="{9EA0BE3B-158A-4EDF-80DC-E394A0D1600F}" type="slidenum">
              <a:rPr lang="en-US" smtClean="0"/>
              <a:pPr/>
              <a:t>27</a:t>
            </a:fld>
            <a:endParaRPr lang="en-US" dirty="0"/>
          </a:p>
        </p:txBody>
      </p:sp>
      <p:sp>
        <p:nvSpPr>
          <p:cNvPr id="3" name="Title 2">
            <a:extLst>
              <a:ext uri="{FF2B5EF4-FFF2-40B4-BE49-F238E27FC236}">
                <a16:creationId xmlns:a16="http://schemas.microsoft.com/office/drawing/2014/main" id="{F87E6D4B-57B9-EE22-ABC7-24B46BEC7EF0}"/>
              </a:ext>
            </a:extLst>
          </p:cNvPr>
          <p:cNvSpPr>
            <a:spLocks noGrp="1"/>
          </p:cNvSpPr>
          <p:nvPr>
            <p:ph type="title"/>
          </p:nvPr>
        </p:nvSpPr>
        <p:spPr/>
        <p:txBody>
          <a:bodyPr/>
          <a:lstStyle/>
          <a:p>
            <a:r>
              <a:rPr lang="en-US" dirty="0" err="1">
                <a:latin typeface="Arial" panose="020B0604020202020204" pitchFamily="34" charset="0"/>
                <a:cs typeface="Arial" panose="020B0604020202020204" pitchFamily="34" charset="0"/>
              </a:rPr>
              <a:t>Sơ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đồ</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tuần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tự</a:t>
            </a:r>
            <a:endParaRPr lang="en-US"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1F965DEF-938F-90D9-B50B-365FD63ECCE4}"/>
              </a:ext>
            </a:extLst>
          </p:cNvPr>
          <p:cNvSpPr>
            <a:spLocks noGrp="1"/>
          </p:cNvSpPr>
          <p:nvPr>
            <p:ph type="body" sz="quarter" idx="13"/>
          </p:nvPr>
        </p:nvSpPr>
        <p:spPr>
          <a:blipFill>
            <a:blip r:embed="rId2"/>
            <a:stretch>
              <a:fillRect/>
            </a:stretch>
          </a:blipFill>
        </p:spPr>
        <p:txBody>
          <a:bodyPr/>
          <a:lstStyle/>
          <a:p>
            <a:endParaRPr lang="en-US" dirty="0"/>
          </a:p>
        </p:txBody>
      </p:sp>
    </p:spTree>
    <p:extLst>
      <p:ext uri="{BB962C8B-B14F-4D97-AF65-F5344CB8AC3E}">
        <p14:creationId xmlns:p14="http://schemas.microsoft.com/office/powerpoint/2010/main" val="17983878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3F2E3-D87F-909B-3A9C-43DA4DCC75E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36F5F0-7F1F-B3C0-A507-C270FDA3DF9B}"/>
              </a:ext>
            </a:extLst>
          </p:cNvPr>
          <p:cNvSpPr>
            <a:spLocks noGrp="1"/>
          </p:cNvSpPr>
          <p:nvPr>
            <p:ph type="sldNum" sz="quarter" idx="12"/>
          </p:nvPr>
        </p:nvSpPr>
        <p:spPr/>
        <p:txBody>
          <a:bodyPr/>
          <a:lstStyle/>
          <a:p>
            <a:fld id="{9EA0BE3B-158A-4EDF-80DC-E394A0D1600F}" type="slidenum">
              <a:rPr lang="en-US" smtClean="0"/>
              <a:pPr/>
              <a:t>28</a:t>
            </a:fld>
            <a:endParaRPr lang="en-US" dirty="0"/>
          </a:p>
        </p:txBody>
      </p:sp>
      <p:sp>
        <p:nvSpPr>
          <p:cNvPr id="3" name="Title 2">
            <a:extLst>
              <a:ext uri="{FF2B5EF4-FFF2-40B4-BE49-F238E27FC236}">
                <a16:creationId xmlns:a16="http://schemas.microsoft.com/office/drawing/2014/main" id="{65DF9194-C39D-5F55-C9EF-28569689EB5A}"/>
              </a:ext>
            </a:extLst>
          </p:cNvPr>
          <p:cNvSpPr>
            <a:spLocks noGrp="1"/>
          </p:cNvSpPr>
          <p:nvPr>
            <p:ph type="title"/>
          </p:nvPr>
        </p:nvSpPr>
        <p:spPr/>
        <p:txBody>
          <a:bodyPr/>
          <a:lstStyle/>
          <a:p>
            <a:r>
              <a:rPr lang="en-US" dirty="0" err="1">
                <a:latin typeface="Arial" panose="020B0604020202020204" pitchFamily="34" charset="0"/>
                <a:cs typeface="Arial" panose="020B0604020202020204" pitchFamily="34" charset="0"/>
              </a:rPr>
              <a:t>Chức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tài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khoản</a:t>
            </a:r>
            <a:endParaRPr lang="en-US"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5FC9FC9D-5254-E54B-F2D5-AF656E6C9928}"/>
              </a:ext>
            </a:extLst>
          </p:cNvPr>
          <p:cNvSpPr>
            <a:spLocks noGrp="1"/>
          </p:cNvSpPr>
          <p:nvPr>
            <p:ph type="body" sz="quarter" idx="13"/>
          </p:nvPr>
        </p:nvSpPr>
        <p:spPr>
          <a:xfrm>
            <a:off x="396875" y="2622552"/>
            <a:ext cx="7918449" cy="2444748"/>
          </a:xfrm>
          <a:blipFill>
            <a:blip r:embed="rId2"/>
            <a:stretch>
              <a:fillRect/>
            </a:stretch>
          </a:blipFill>
        </p:spPr>
        <p:txBody>
          <a:bodyPr/>
          <a:lstStyle/>
          <a:p>
            <a:endParaRPr lang="en-US" dirty="0"/>
          </a:p>
        </p:txBody>
      </p:sp>
      <p:sp>
        <p:nvSpPr>
          <p:cNvPr id="5" name="TextBox 4">
            <a:extLst>
              <a:ext uri="{FF2B5EF4-FFF2-40B4-BE49-F238E27FC236}">
                <a16:creationId xmlns:a16="http://schemas.microsoft.com/office/drawing/2014/main" id="{209A646D-8559-B24E-B64C-6E225434CF1E}"/>
              </a:ext>
            </a:extLst>
          </p:cNvPr>
          <p:cNvSpPr txBox="1"/>
          <p:nvPr/>
        </p:nvSpPr>
        <p:spPr>
          <a:xfrm>
            <a:off x="234950" y="1209675"/>
            <a:ext cx="7089775" cy="923330"/>
          </a:xfrm>
          <a:prstGeom prst="rect">
            <a:avLst/>
          </a:prstGeom>
          <a:noFill/>
        </p:spPr>
        <p:txBody>
          <a:bodyPr wrap="square" rtlCol="0">
            <a:spAutoFit/>
          </a:bodyPr>
          <a:lstStyle/>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Phân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Khóa</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Xóa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tài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khoản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dung.</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71858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D1449A-9C88-6F5C-F908-BB5D02CCDF25}"/>
              </a:ext>
            </a:extLst>
          </p:cNvPr>
          <p:cNvSpPr>
            <a:spLocks noGrp="1"/>
          </p:cNvSpPr>
          <p:nvPr>
            <p:ph type="sldNum" sz="quarter" idx="12"/>
          </p:nvPr>
        </p:nvSpPr>
        <p:spPr/>
        <p:txBody>
          <a:bodyPr/>
          <a:lstStyle/>
          <a:p>
            <a:fld id="{9EA0BE3B-158A-4EDF-80DC-E394A0D1600F}" type="slidenum">
              <a:rPr lang="en-US" smtClean="0"/>
              <a:pPr/>
              <a:t>29</a:t>
            </a:fld>
            <a:endParaRPr lang="en-US" dirty="0"/>
          </a:p>
        </p:txBody>
      </p:sp>
      <p:pic>
        <p:nvPicPr>
          <p:cNvPr id="8" name="Content Placeholder 7">
            <a:extLst>
              <a:ext uri="{FF2B5EF4-FFF2-40B4-BE49-F238E27FC236}">
                <a16:creationId xmlns:a16="http://schemas.microsoft.com/office/drawing/2014/main" id="{61FADE35-7927-706F-4EE6-D0E6F41BDE8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0" y="2576241"/>
            <a:ext cx="3886200" cy="3119709"/>
          </a:xfrm>
          <a:prstGeom prst="rect">
            <a:avLst/>
          </a:prstGeom>
        </p:spPr>
      </p:pic>
      <p:pic>
        <p:nvPicPr>
          <p:cNvPr id="10" name="Content Placeholder 9">
            <a:extLst>
              <a:ext uri="{FF2B5EF4-FFF2-40B4-BE49-F238E27FC236}">
                <a16:creationId xmlns:a16="http://schemas.microsoft.com/office/drawing/2014/main" id="{2FCBF4D4-F89B-B6FF-E2C2-42080ED6D14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3886200" y="3036642"/>
            <a:ext cx="5191125" cy="1506784"/>
          </a:xfrm>
          <a:prstGeom prst="rect">
            <a:avLst/>
          </a:prstGeom>
        </p:spPr>
      </p:pic>
      <p:sp>
        <p:nvSpPr>
          <p:cNvPr id="3" name="Title 2">
            <a:extLst>
              <a:ext uri="{FF2B5EF4-FFF2-40B4-BE49-F238E27FC236}">
                <a16:creationId xmlns:a16="http://schemas.microsoft.com/office/drawing/2014/main" id="{B89BE945-0C4D-D50A-3254-2302075616CF}"/>
              </a:ext>
            </a:extLst>
          </p:cNvPr>
          <p:cNvSpPr>
            <a:spLocks noGrp="1"/>
          </p:cNvSpPr>
          <p:nvPr>
            <p:ph type="title"/>
          </p:nvPr>
        </p:nvSpPr>
        <p:spPr/>
        <p:txBody>
          <a:bodyPr/>
          <a:lstStyle/>
          <a:p>
            <a:r>
              <a:rPr lang="en-US" dirty="0" err="1">
                <a:latin typeface="Arial" panose="020B0604020202020204" pitchFamily="34" charset="0"/>
                <a:cs typeface="Arial" panose="020B0604020202020204" pitchFamily="34" charset="0"/>
              </a:rPr>
              <a:t>Chức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cửa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xa</a:t>
            </a:r>
          </a:p>
        </p:txBody>
      </p:sp>
      <p:sp>
        <p:nvSpPr>
          <p:cNvPr id="11" name="TextBox 10">
            <a:extLst>
              <a:ext uri="{FF2B5EF4-FFF2-40B4-BE49-F238E27FC236}">
                <a16:creationId xmlns:a16="http://schemas.microsoft.com/office/drawing/2014/main" id="{DF9ECCC6-F0BC-A380-B04C-FC0055ACA77C}"/>
              </a:ext>
            </a:extLst>
          </p:cNvPr>
          <p:cNvSpPr txBox="1"/>
          <p:nvPr/>
        </p:nvSpPr>
        <p:spPr>
          <a:xfrm>
            <a:off x="235077" y="1423717"/>
            <a:ext cx="8318373" cy="646331"/>
          </a:xfrm>
          <a:prstGeom prst="rect">
            <a:avLst/>
          </a:prstGeom>
          <a:noFill/>
        </p:spPr>
        <p:txBody>
          <a:bodyPr wrap="square" rtlCol="0">
            <a:spAutoFit/>
          </a:bodyPr>
          <a:lstStyle/>
          <a:p>
            <a:pPr marL="285750" indent="-285750">
              <a:buFont typeface="Arial" panose="020B0604020202020204" pitchFamily="34" charset="0"/>
              <a:buChar char="•"/>
            </a:pPr>
            <a:r>
              <a:rPr lang="en-US" dirty="0" err="1"/>
              <a:t>Mở</a:t>
            </a:r>
            <a:r>
              <a:rPr lang="en-US" dirty="0"/>
              <a:t> </a:t>
            </a:r>
            <a:r>
              <a:rPr lang="en-US" dirty="0" err="1"/>
              <a:t>cửa</a:t>
            </a:r>
            <a:r>
              <a:rPr lang="en-US" dirty="0"/>
              <a:t> </a:t>
            </a:r>
            <a:r>
              <a:rPr lang="en-US" dirty="0" err="1"/>
              <a:t>yêu</a:t>
            </a:r>
            <a:r>
              <a:rPr lang="en-US" dirty="0"/>
              <a:t> </a:t>
            </a:r>
            <a:r>
              <a:rPr lang="en-US" dirty="0" err="1"/>
              <a:t>cầu</a:t>
            </a:r>
            <a:r>
              <a:rPr lang="en-US" dirty="0"/>
              <a:t> </a:t>
            </a:r>
            <a:r>
              <a:rPr lang="en-US" dirty="0" err="1"/>
              <a:t>quét</a:t>
            </a:r>
            <a:r>
              <a:rPr lang="en-US" dirty="0"/>
              <a:t> CCCD: </a:t>
            </a:r>
            <a:r>
              <a:rPr lang="en-US" dirty="0" err="1"/>
              <a:t>nhân</a:t>
            </a:r>
            <a:r>
              <a:rPr lang="en-US" dirty="0"/>
              <a:t> </a:t>
            </a:r>
            <a:r>
              <a:rPr lang="en-US" dirty="0" err="1"/>
              <a:t>sự</a:t>
            </a:r>
            <a:r>
              <a:rPr lang="en-US" dirty="0"/>
              <a:t> </a:t>
            </a:r>
            <a:r>
              <a:rPr lang="en-US" dirty="0" err="1"/>
              <a:t>đến</a:t>
            </a:r>
            <a:r>
              <a:rPr lang="en-US" dirty="0"/>
              <a:t> </a:t>
            </a:r>
            <a:r>
              <a:rPr lang="en-US" dirty="0" err="1"/>
              <a:t>phỏng</a:t>
            </a:r>
            <a:r>
              <a:rPr lang="en-US" dirty="0"/>
              <a:t> </a:t>
            </a:r>
            <a:r>
              <a:rPr lang="en-US" dirty="0" err="1"/>
              <a:t>vấn</a:t>
            </a:r>
            <a:r>
              <a:rPr lang="en-US" dirty="0"/>
              <a:t> </a:t>
            </a:r>
            <a:r>
              <a:rPr lang="en-US" dirty="0" err="1"/>
              <a:t>chưa</a:t>
            </a:r>
            <a:r>
              <a:rPr lang="en-US" dirty="0"/>
              <a:t> </a:t>
            </a:r>
            <a:r>
              <a:rPr lang="en-US" dirty="0" err="1"/>
              <a:t>phải</a:t>
            </a:r>
            <a:r>
              <a:rPr lang="en-US" dirty="0"/>
              <a:t> </a:t>
            </a:r>
            <a:r>
              <a:rPr lang="en-US" dirty="0" err="1"/>
              <a:t>nhân</a:t>
            </a:r>
            <a:r>
              <a:rPr lang="en-US" dirty="0"/>
              <a:t> </a:t>
            </a:r>
            <a:r>
              <a:rPr lang="en-US" dirty="0" err="1"/>
              <a:t>viên</a:t>
            </a:r>
            <a:r>
              <a:rPr lang="en-US" dirty="0"/>
              <a:t>,…</a:t>
            </a:r>
          </a:p>
          <a:p>
            <a:pPr marL="285750" indent="-285750">
              <a:buFont typeface="Arial" panose="020B0604020202020204" pitchFamily="34" charset="0"/>
              <a:buChar char="•"/>
            </a:pPr>
            <a:r>
              <a:rPr lang="en-US" dirty="0" err="1"/>
              <a:t>Mở</a:t>
            </a:r>
            <a:r>
              <a:rPr lang="en-US" dirty="0"/>
              <a:t> </a:t>
            </a:r>
            <a:r>
              <a:rPr lang="en-US" dirty="0" err="1"/>
              <a:t>cửa</a:t>
            </a:r>
            <a:r>
              <a:rPr lang="en-US" dirty="0"/>
              <a:t> </a:t>
            </a:r>
            <a:r>
              <a:rPr lang="en-US" dirty="0" err="1"/>
              <a:t>ngay</a:t>
            </a:r>
            <a:r>
              <a:rPr lang="en-US" dirty="0"/>
              <a:t>: </a:t>
            </a:r>
            <a:r>
              <a:rPr lang="en-US" dirty="0" err="1"/>
              <a:t>trường</a:t>
            </a:r>
            <a:r>
              <a:rPr lang="en-US" dirty="0"/>
              <a:t> </a:t>
            </a:r>
            <a:r>
              <a:rPr lang="en-US" dirty="0" err="1"/>
              <a:t>hợp</a:t>
            </a:r>
            <a:r>
              <a:rPr lang="en-US" dirty="0"/>
              <a:t> </a:t>
            </a:r>
            <a:r>
              <a:rPr lang="en-US" dirty="0" err="1"/>
              <a:t>khẩn</a:t>
            </a:r>
            <a:r>
              <a:rPr lang="en-US" dirty="0"/>
              <a:t> </a:t>
            </a:r>
            <a:r>
              <a:rPr lang="en-US" dirty="0" err="1"/>
              <a:t>cấp</a:t>
            </a:r>
            <a:r>
              <a:rPr lang="en-US" dirty="0"/>
              <a:t>, </a:t>
            </a:r>
            <a:r>
              <a:rPr lang="en-US" dirty="0" err="1"/>
              <a:t>cấp</a:t>
            </a:r>
            <a:r>
              <a:rPr lang="en-US" dirty="0"/>
              <a:t> </a:t>
            </a:r>
            <a:r>
              <a:rPr lang="en-US" dirty="0" err="1"/>
              <a:t>quản</a:t>
            </a:r>
            <a:r>
              <a:rPr lang="en-US" dirty="0"/>
              <a:t> </a:t>
            </a:r>
            <a:r>
              <a:rPr lang="en-US" dirty="0" err="1"/>
              <a:t>trị</a:t>
            </a:r>
            <a:r>
              <a:rPr lang="en-US" dirty="0"/>
              <a:t> </a:t>
            </a:r>
            <a:r>
              <a:rPr lang="en-US" dirty="0" err="1"/>
              <a:t>đến</a:t>
            </a:r>
            <a:r>
              <a:rPr lang="en-US" dirty="0"/>
              <a:t> </a:t>
            </a:r>
            <a:r>
              <a:rPr lang="en-US" dirty="0" err="1"/>
              <a:t>khảo</a:t>
            </a:r>
            <a:r>
              <a:rPr lang="en-US" dirty="0"/>
              <a:t> </a:t>
            </a:r>
            <a:r>
              <a:rPr lang="en-US" dirty="0" err="1"/>
              <a:t>sát</a:t>
            </a:r>
            <a:r>
              <a:rPr lang="en-US" dirty="0"/>
              <a:t>,….</a:t>
            </a:r>
          </a:p>
        </p:txBody>
      </p:sp>
    </p:spTree>
    <p:extLst>
      <p:ext uri="{BB962C8B-B14F-4D97-AF65-F5344CB8AC3E}">
        <p14:creationId xmlns:p14="http://schemas.microsoft.com/office/powerpoint/2010/main" val="3340150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0E8A19-5508-B61B-B476-33CB87AB20AA}"/>
              </a:ext>
            </a:extLst>
          </p:cNvPr>
          <p:cNvSpPr>
            <a:spLocks noGrp="1"/>
          </p:cNvSpPr>
          <p:nvPr>
            <p:ph type="sldNum" sz="quarter" idx="12"/>
          </p:nvPr>
        </p:nvSpPr>
        <p:spPr/>
        <p:txBody>
          <a:bodyPr/>
          <a:lstStyle/>
          <a:p>
            <a:fld id="{9EA0BE3B-158A-4EDF-80DC-E394A0D1600F}" type="slidenum">
              <a:rPr lang="en-US" smtClean="0"/>
              <a:pPr/>
              <a:t>30</a:t>
            </a:fld>
            <a:endParaRPr lang="en-US" dirty="0"/>
          </a:p>
        </p:txBody>
      </p:sp>
      <p:sp>
        <p:nvSpPr>
          <p:cNvPr id="3" name="Title 2">
            <a:extLst>
              <a:ext uri="{FF2B5EF4-FFF2-40B4-BE49-F238E27FC236}">
                <a16:creationId xmlns:a16="http://schemas.microsoft.com/office/drawing/2014/main" id="{DE40C26F-E818-6799-AA6B-4DF9FC36339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Quản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doanh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nghiệp</a:t>
            </a:r>
            <a:r>
              <a:rPr lang="en-US" dirty="0">
                <a:latin typeface="Arial" panose="020B0604020202020204" pitchFamily="34" charset="0"/>
                <a:cs typeface="Arial" panose="020B0604020202020204" pitchFamily="34" charset="0"/>
              </a:rPr>
              <a:t> </a:t>
            </a:r>
          </a:p>
        </p:txBody>
      </p:sp>
      <p:pic>
        <p:nvPicPr>
          <p:cNvPr id="6" name="Content Placeholder 5">
            <a:extLst>
              <a:ext uri="{FF2B5EF4-FFF2-40B4-BE49-F238E27FC236}">
                <a16:creationId xmlns:a16="http://schemas.microsoft.com/office/drawing/2014/main" id="{61DCBD6E-8867-D6D0-5F79-D2704F8A67B3}"/>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34950" y="1465127"/>
            <a:ext cx="8674100" cy="4056334"/>
          </a:xfrm>
          <a:prstGeom prst="rect">
            <a:avLst/>
          </a:prstGeom>
        </p:spPr>
      </p:pic>
    </p:spTree>
    <p:extLst>
      <p:ext uri="{BB962C8B-B14F-4D97-AF65-F5344CB8AC3E}">
        <p14:creationId xmlns:p14="http://schemas.microsoft.com/office/powerpoint/2010/main" val="1698150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61250B-FEC7-BFB1-BF10-E3BB39116A5A}"/>
              </a:ext>
            </a:extLst>
          </p:cNvPr>
          <p:cNvSpPr>
            <a:spLocks noGrp="1"/>
          </p:cNvSpPr>
          <p:nvPr>
            <p:ph type="sldNum" sz="quarter" idx="12"/>
          </p:nvPr>
        </p:nvSpPr>
        <p:spPr/>
        <p:txBody>
          <a:bodyPr/>
          <a:lstStyle/>
          <a:p>
            <a:fld id="{9EA0BE3B-158A-4EDF-80DC-E394A0D1600F}" type="slidenum">
              <a:rPr lang="en-US" smtClean="0"/>
              <a:pPr/>
              <a:t>31</a:t>
            </a:fld>
            <a:endParaRPr lang="en-US" dirty="0"/>
          </a:p>
        </p:txBody>
      </p:sp>
      <p:sp>
        <p:nvSpPr>
          <p:cNvPr id="3" name="Title 2">
            <a:extLst>
              <a:ext uri="{FF2B5EF4-FFF2-40B4-BE49-F238E27FC236}">
                <a16:creationId xmlns:a16="http://schemas.microsoft.com/office/drawing/2014/main" id="{122187D6-715B-2F92-87FC-5B82AAD2C94D}"/>
              </a:ext>
            </a:extLst>
          </p:cNvPr>
          <p:cNvSpPr>
            <a:spLocks noGrp="1"/>
          </p:cNvSpPr>
          <p:nvPr>
            <p:ph type="title"/>
          </p:nvPr>
        </p:nvSpPr>
        <p:spPr/>
        <p:txBody>
          <a:bodyPr/>
          <a:lstStyle/>
          <a:p>
            <a:r>
              <a:rPr lang="en-US" dirty="0" err="1">
                <a:latin typeface="Arial" panose="020B0604020202020204" pitchFamily="34" charset="0"/>
                <a:cs typeface="Arial" panose="020B0604020202020204" pitchFamily="34" charset="0"/>
              </a:rPr>
              <a:t>Phân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cửa</a:t>
            </a:r>
            <a:endParaRPr lang="en-US"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F72B9118-6808-6822-534C-16DCD950C8E3}"/>
              </a:ext>
            </a:extLst>
          </p:cNvPr>
          <p:cNvSpPr>
            <a:spLocks noGrp="1"/>
          </p:cNvSpPr>
          <p:nvPr>
            <p:ph type="body" sz="quarter" idx="13"/>
          </p:nvPr>
        </p:nvSpPr>
        <p:spPr>
          <a:xfrm>
            <a:off x="304087" y="1362270"/>
            <a:ext cx="8535826" cy="4649754"/>
          </a:xfrm>
          <a:blipFill>
            <a:blip r:embed="rId2">
              <a:extLst>
                <a:ext uri="{28A0092B-C50C-407E-A947-70E740481C1C}">
                  <a14:useLocalDpi xmlns:a14="http://schemas.microsoft.com/office/drawing/2010/main" val="0"/>
                </a:ext>
              </a:extLst>
            </a:blip>
            <a:stretch>
              <a:fillRect/>
            </a:stretch>
          </a:blipFill>
        </p:spPr>
        <p:txBody>
          <a:bodyPr/>
          <a:lstStyle/>
          <a:p>
            <a:endParaRPr lang="en-US" dirty="0"/>
          </a:p>
        </p:txBody>
      </p:sp>
    </p:spTree>
    <p:extLst>
      <p:ext uri="{BB962C8B-B14F-4D97-AF65-F5344CB8AC3E}">
        <p14:creationId xmlns:p14="http://schemas.microsoft.com/office/powerpoint/2010/main" val="40824555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CB19AD86CDF2D4DBF9DAD694EFBC09D" ma:contentTypeVersion="7" ma:contentTypeDescription="Create a new document." ma:contentTypeScope="" ma:versionID="6423fc3df46fff0625ec86a02e55459f">
  <xsd:schema xmlns:xsd="http://www.w3.org/2001/XMLSchema" xmlns:xs="http://www.w3.org/2001/XMLSchema" xmlns:p="http://schemas.microsoft.com/office/2006/metadata/properties" xmlns:ns2="757826ba-dfa3-48aa-98b2-1e988427fee5" xmlns:ns3="e4770848-7955-4ec6-9f06-ace3904740ab" targetNamespace="http://schemas.microsoft.com/office/2006/metadata/properties" ma:root="true" ma:fieldsID="24cf96f43bac35fd0bad3b1a63bec25f" ns2:_="" ns3:_="">
    <xsd:import namespace="757826ba-dfa3-48aa-98b2-1e988427fee5"/>
    <xsd:import namespace="e4770848-7955-4ec6-9f06-ace3904740a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7826ba-dfa3-48aa-98b2-1e988427fe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4770848-7955-4ec6-9f06-ace3904740a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FC930D-5681-484F-8561-F7AC6B41F8BB}">
  <ds:schemaRefs>
    <ds:schemaRef ds:uri="http://schemas.microsoft.com/sharepoint/v3/contenttype/forms"/>
  </ds:schemaRefs>
</ds:datastoreItem>
</file>

<file path=customXml/itemProps2.xml><?xml version="1.0" encoding="utf-8"?>
<ds:datastoreItem xmlns:ds="http://schemas.openxmlformats.org/officeDocument/2006/customXml" ds:itemID="{80F9A87E-05AD-4496-9B0B-B96F1838124A}">
  <ds:schemaRefs>
    <ds:schemaRef ds:uri="757826ba-dfa3-48aa-98b2-1e988427fee5"/>
    <ds:schemaRef ds:uri="http://purl.org/dc/terms/"/>
    <ds:schemaRef ds:uri="http://www.w3.org/XML/1998/namespace"/>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e4770848-7955-4ec6-9f06-ace3904740ab"/>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C8F737F6-74BD-4DA7-AF1B-0A1A3B7F1E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7826ba-dfa3-48aa-98b2-1e988427fee5"/>
    <ds:schemaRef ds:uri="e4770848-7955-4ec6-9f06-ace3904740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1135</TotalTime>
  <Words>1574</Words>
  <Application>Microsoft Office PowerPoint</Application>
  <PresentationFormat>On-screen Show (4:3)</PresentationFormat>
  <Paragraphs>162</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Lato</vt:lpstr>
      <vt:lpstr>Office Theme</vt:lpstr>
      <vt:lpstr>PowerPoint Presentation</vt:lpstr>
      <vt:lpstr>Nội dung</vt:lpstr>
      <vt:lpstr>PowerPoint Presentation</vt:lpstr>
      <vt:lpstr>1.1. Đặt vấn đề</vt:lpstr>
      <vt:lpstr>1.2. Mục tiêu</vt:lpstr>
      <vt:lpstr>PowerPoint Presentation</vt:lpstr>
      <vt:lpstr>2.1. Tác nhân hệ thống</vt:lpstr>
      <vt:lpstr>2.2. Kiến trúc hệ thống</vt:lpstr>
      <vt:lpstr>2.3. Công nghệ sử dụng</vt:lpstr>
      <vt:lpstr>2.4. Nền tảng lý thuyết trích xuất trắc lượng học</vt:lpstr>
      <vt:lpstr>2.5. Quy trình nghiệp vụ</vt:lpstr>
      <vt:lpstr>2.5. Quy trình nghiệp vụ</vt:lpstr>
      <vt:lpstr>2.6. Thiết kế cơ sở dữ liệu</vt:lpstr>
      <vt:lpstr>3. Kết quả thực nghiệm </vt:lpstr>
      <vt:lpstr>3.1. Chức năng quản lý nhân viên</vt:lpstr>
      <vt:lpstr>3.2. Chức năng quản lý thiết bị</vt:lpstr>
      <vt:lpstr>3.3. Nhật ký điểm danh</vt:lpstr>
      <vt:lpstr>3.4. Giao diện thiết bị trạm</vt:lpstr>
      <vt:lpstr>3.5. Kết quả trên ngoại vi</vt:lpstr>
      <vt:lpstr>4. Kết luận </vt:lpstr>
      <vt:lpstr>4.1. Kết quả đạt được</vt:lpstr>
      <vt:lpstr>4.2. Hạn chế</vt:lpstr>
      <vt:lpstr>4.3. Định hướng phát triển</vt:lpstr>
      <vt:lpstr>PowerPoint Presentation</vt:lpstr>
      <vt:lpstr>Video Demo</vt:lpstr>
      <vt:lpstr>PowerPoint Presentation</vt:lpstr>
      <vt:lpstr>Sơ đồ tuần tự</vt:lpstr>
      <vt:lpstr>Chức năng quản lý tài khoản</vt:lpstr>
      <vt:lpstr>Chức năng mở cửa từ xa</vt:lpstr>
      <vt:lpstr>Quản lý đa doanh nghiệp </vt:lpstr>
      <vt:lpstr>Phân quyền vào cửa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LIÊN LỤC</cp:lastModifiedBy>
  <cp:revision>21</cp:revision>
  <dcterms:created xsi:type="dcterms:W3CDTF">2021-05-28T04:32:29Z</dcterms:created>
  <dcterms:modified xsi:type="dcterms:W3CDTF">2026-07-13T12:53:59Z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0x010100ECB19AD86CDF2D4DBF9DAD694EFBC09D</vt:lpwstr>
  </property>
</Properties>
</file>